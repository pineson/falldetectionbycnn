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4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0801350" cy="14403388"/>
  <p:notesSz cx="9931400" cy="14351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1pPr>
    <a:lvl2pPr marL="220663" indent="236538" algn="l" rtl="0" eaLnBrk="0" fontAlgn="base" hangingPunct="0">
      <a:spcBef>
        <a:spcPct val="0"/>
      </a:spcBef>
      <a:spcAft>
        <a:spcPct val="0"/>
      </a:spcAft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2pPr>
    <a:lvl3pPr marL="442913" indent="471488" algn="l" rtl="0" eaLnBrk="0" fontAlgn="base" hangingPunct="0">
      <a:spcBef>
        <a:spcPct val="0"/>
      </a:spcBef>
      <a:spcAft>
        <a:spcPct val="0"/>
      </a:spcAft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3pPr>
    <a:lvl4pPr marL="665163" indent="706438" algn="l" rtl="0" eaLnBrk="0" fontAlgn="base" hangingPunct="0">
      <a:spcBef>
        <a:spcPct val="0"/>
      </a:spcBef>
      <a:spcAft>
        <a:spcPct val="0"/>
      </a:spcAft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4pPr>
    <a:lvl5pPr marL="887413" indent="941388" algn="l" rtl="0" eaLnBrk="0" fontAlgn="base" hangingPunct="0">
      <a:spcBef>
        <a:spcPct val="0"/>
      </a:spcBef>
      <a:spcAft>
        <a:spcPct val="0"/>
      </a:spcAft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5pPr>
    <a:lvl6pPr marL="2286000" algn="l" defTabSz="914400" rtl="0" eaLnBrk="1" latinLnBrk="0" hangingPunct="1"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6pPr>
    <a:lvl7pPr marL="2743200" algn="l" defTabSz="914400" rtl="0" eaLnBrk="1" latinLnBrk="0" hangingPunct="1"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7pPr>
    <a:lvl8pPr marL="3200400" algn="l" defTabSz="914400" rtl="0" eaLnBrk="1" latinLnBrk="0" hangingPunct="1"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8pPr>
    <a:lvl9pPr marL="3657600" algn="l" defTabSz="914400" rtl="0" eaLnBrk="1" latinLnBrk="0" hangingPunct="1">
      <a:defRPr kumimoji="1" sz="1300" kern="1200">
        <a:solidFill>
          <a:schemeClr val="tx1"/>
        </a:solidFill>
        <a:latin typeface="Times New Roman" panose="02020603050405020304" pitchFamily="18" charset="0"/>
        <a:ea typeface="標楷體" pitchFamily="65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06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19">
          <p15:clr>
            <a:srgbClr val="A4A3A4"/>
          </p15:clr>
        </p15:guide>
        <p15:guide id="2" pos="31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150"/>
    <a:srgbClr val="1E69BC"/>
    <a:srgbClr val="1F5EBB"/>
    <a:srgbClr val="1E5ABC"/>
    <a:srgbClr val="3540A5"/>
    <a:srgbClr val="2032BA"/>
    <a:srgbClr val="12C8C4"/>
    <a:srgbClr val="22683E"/>
    <a:srgbClr val="164228"/>
    <a:srgbClr val="0D4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346" autoAdjust="0"/>
    <p:restoredTop sz="99507" autoAdjust="0"/>
  </p:normalViewPr>
  <p:slideViewPr>
    <p:cSldViewPr>
      <p:cViewPr varScale="1">
        <p:scale>
          <a:sx n="55" d="100"/>
          <a:sy n="55" d="100"/>
        </p:scale>
        <p:origin x="3630" y="108"/>
      </p:cViewPr>
      <p:guideLst>
        <p:guide orient="horz" pos="4606"/>
        <p:guide pos="34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50" d="100"/>
          <a:sy n="50" d="100"/>
        </p:scale>
        <p:origin x="-1920" y="-156"/>
      </p:cViewPr>
      <p:guideLst>
        <p:guide orient="horz" pos="4519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026">
            <a:extLst>
              <a:ext uri="{FF2B5EF4-FFF2-40B4-BE49-F238E27FC236}">
                <a16:creationId xmlns:a16="http://schemas.microsoft.com/office/drawing/2014/main" id="{E54E657A-5DE4-41FB-997A-F2518A6F000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5300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t" anchorCtr="0" compatLnSpc="1">
            <a:prstTxWarp prst="textNoShape">
              <a:avLst/>
            </a:prstTxWarp>
          </a:bodyPr>
          <a:lstStyle>
            <a:lvl1pPr defTabSz="1327150" eaLnBrk="1" hangingPunct="1">
              <a:defRPr sz="17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2579" name="Rectangle 1027">
            <a:extLst>
              <a:ext uri="{FF2B5EF4-FFF2-40B4-BE49-F238E27FC236}">
                <a16:creationId xmlns:a16="http://schemas.microsoft.com/office/drawing/2014/main" id="{4DEC7166-DC3A-4B4D-B88C-766E408B3F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6100" y="0"/>
            <a:ext cx="4305300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t" anchorCtr="0" compatLnSpc="1">
            <a:prstTxWarp prst="textNoShape">
              <a:avLst/>
            </a:prstTxWarp>
          </a:bodyPr>
          <a:lstStyle>
            <a:lvl1pPr algn="r" defTabSz="1327150" eaLnBrk="1" hangingPunct="1">
              <a:defRPr sz="17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2580" name="Rectangle 1028">
            <a:extLst>
              <a:ext uri="{FF2B5EF4-FFF2-40B4-BE49-F238E27FC236}">
                <a16:creationId xmlns:a16="http://schemas.microsoft.com/office/drawing/2014/main" id="{D993CCD0-83C8-465A-9B3F-6CD3CB7F527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3631863"/>
            <a:ext cx="430530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b" anchorCtr="0" compatLnSpc="1">
            <a:prstTxWarp prst="textNoShape">
              <a:avLst/>
            </a:prstTxWarp>
          </a:bodyPr>
          <a:lstStyle>
            <a:lvl1pPr defTabSz="1327150" eaLnBrk="1" hangingPunct="1">
              <a:defRPr sz="17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2581" name="Rectangle 1029">
            <a:extLst>
              <a:ext uri="{FF2B5EF4-FFF2-40B4-BE49-F238E27FC236}">
                <a16:creationId xmlns:a16="http://schemas.microsoft.com/office/drawing/2014/main" id="{9E62BC4E-9185-4268-88DF-7F4B056921A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6100" y="13631863"/>
            <a:ext cx="430530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b" anchorCtr="0" compatLnSpc="1">
            <a:prstTxWarp prst="textNoShape">
              <a:avLst/>
            </a:prstTxWarp>
          </a:bodyPr>
          <a:lstStyle>
            <a:lvl1pPr algn="r" defTabSz="1327150" eaLnBrk="1" hangingPunct="1">
              <a:defRPr sz="17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8690BBCD-DFA8-4940-BEA7-449B69EA8CB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755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75F3A850-FCEB-48C1-8E89-F58772196F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5300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t" anchorCtr="0" compatLnSpc="1">
            <a:prstTxWarp prst="textNoShape">
              <a:avLst/>
            </a:prstTxWarp>
          </a:bodyPr>
          <a:lstStyle>
            <a:lvl1pPr defTabSz="1327150" eaLnBrk="1" hangingPunct="1">
              <a:defRPr sz="17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C3CC3EC2-EFAB-4761-AA04-C931839F560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26100" y="0"/>
            <a:ext cx="4305300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t" anchorCtr="0" compatLnSpc="1">
            <a:prstTxWarp prst="textNoShape">
              <a:avLst/>
            </a:prstTxWarp>
          </a:bodyPr>
          <a:lstStyle>
            <a:lvl1pPr algn="r" defTabSz="1327150" eaLnBrk="1" hangingPunct="1">
              <a:defRPr sz="17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59B7CAD-3573-40A4-93F9-61C8BC2E969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49575" y="1076325"/>
            <a:ext cx="4033838" cy="5381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0533" name="Rectangle 5">
            <a:extLst>
              <a:ext uri="{FF2B5EF4-FFF2-40B4-BE49-F238E27FC236}">
                <a16:creationId xmlns:a16="http://schemas.microsoft.com/office/drawing/2014/main" id="{DB37BDD4-720E-443F-9105-CC5252ADB9B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975" y="6816725"/>
            <a:ext cx="7283450" cy="645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:a16="http://schemas.microsoft.com/office/drawing/2014/main" id="{5E8D1029-F4BB-4D57-BF7D-0E2ED34EC4B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631863"/>
            <a:ext cx="430530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b" anchorCtr="0" compatLnSpc="1">
            <a:prstTxWarp prst="textNoShape">
              <a:avLst/>
            </a:prstTxWarp>
          </a:bodyPr>
          <a:lstStyle>
            <a:lvl1pPr defTabSz="1327150" eaLnBrk="1" hangingPunct="1">
              <a:defRPr sz="17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0535" name="Rectangle 7">
            <a:extLst>
              <a:ext uri="{FF2B5EF4-FFF2-40B4-BE49-F238E27FC236}">
                <a16:creationId xmlns:a16="http://schemas.microsoft.com/office/drawing/2014/main" id="{7E950046-A45A-4B9B-A2B4-4035957667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6100" y="13631863"/>
            <a:ext cx="4305300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757" tIns="66379" rIns="132757" bIns="66379" numCol="1" anchor="b" anchorCtr="0" compatLnSpc="1">
            <a:prstTxWarp prst="textNoShape">
              <a:avLst/>
            </a:prstTxWarp>
          </a:bodyPr>
          <a:lstStyle>
            <a:lvl1pPr algn="r" defTabSz="1327150" eaLnBrk="1" hangingPunct="1">
              <a:defRPr sz="170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fld id="{FBC5B3AC-BD3D-4AA8-8EE5-BC2E5E6270D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99477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220663" algn="l" rtl="0" eaLnBrk="0" fontAlgn="base" hangingPunct="0">
      <a:spcBef>
        <a:spcPct val="30000"/>
      </a:spcBef>
      <a:spcAft>
        <a:spcPct val="0"/>
      </a:spcAft>
      <a:defRPr kumimoji="1" sz="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442913" algn="l" rtl="0" eaLnBrk="0" fontAlgn="base" hangingPunct="0">
      <a:spcBef>
        <a:spcPct val="30000"/>
      </a:spcBef>
      <a:spcAft>
        <a:spcPct val="0"/>
      </a:spcAft>
      <a:defRPr kumimoji="1" sz="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665163" algn="l" rtl="0" eaLnBrk="0" fontAlgn="base" hangingPunct="0">
      <a:spcBef>
        <a:spcPct val="30000"/>
      </a:spcBef>
      <a:spcAft>
        <a:spcPct val="0"/>
      </a:spcAft>
      <a:defRPr kumimoji="1" sz="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887413" algn="l" rtl="0" eaLnBrk="0" fontAlgn="base" hangingPunct="0">
      <a:spcBef>
        <a:spcPct val="30000"/>
      </a:spcBef>
      <a:spcAft>
        <a:spcPct val="0"/>
      </a:spcAft>
      <a:defRPr kumimoji="1" sz="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1110881" algn="l" defTabSz="444352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33057" algn="l" defTabSz="444352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55233" algn="l" defTabSz="444352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777410" algn="l" defTabSz="444352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8EB70B15-0F38-4CC7-A1DD-6BFBAEE7E5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1327150">
              <a:spcBef>
                <a:spcPct val="30000"/>
              </a:spcBef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1327150">
              <a:spcBef>
                <a:spcPct val="30000"/>
              </a:spcBef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1327150">
              <a:spcBef>
                <a:spcPct val="30000"/>
              </a:spcBef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1327150">
              <a:spcBef>
                <a:spcPct val="30000"/>
              </a:spcBef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1327150">
              <a:spcBef>
                <a:spcPct val="30000"/>
              </a:spcBef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1327150" eaLnBrk="0" fontAlgn="base" hangingPunct="0">
              <a:spcBef>
                <a:spcPct val="3000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1327150" eaLnBrk="0" fontAlgn="base" hangingPunct="0">
              <a:spcBef>
                <a:spcPct val="3000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1327150" eaLnBrk="0" fontAlgn="base" hangingPunct="0">
              <a:spcBef>
                <a:spcPct val="3000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1327150" eaLnBrk="0" fontAlgn="base" hangingPunct="0">
              <a:spcBef>
                <a:spcPct val="30000"/>
              </a:spcBef>
              <a:spcAft>
                <a:spcPct val="0"/>
              </a:spcAft>
              <a:defRPr kumimoji="1" sz="6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E1EAA11-1C0A-4DAA-BE05-977955C5AD82}" type="slidenum">
              <a:rPr lang="en-US" altLang="zh-TW" sz="1700"/>
              <a:pPr>
                <a:spcBef>
                  <a:spcPct val="0"/>
                </a:spcBef>
              </a:pPr>
              <a:t>1</a:t>
            </a:fld>
            <a:endParaRPr lang="en-US" altLang="zh-TW" sz="17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479AE669-B292-4DC8-83C2-2CE84A144F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5113" y="992188"/>
            <a:ext cx="9745662" cy="12998450"/>
          </a:xfrm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0199" y="3200516"/>
            <a:ext cx="8550927" cy="24003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79910" y="7521639"/>
            <a:ext cx="7561059" cy="3681234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7D8C38-6328-47D6-B12A-4D8D3D78C9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2F6531-BB98-41A1-A5B5-E7EBFACDD7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AAE93E-6C6B-4BAB-89AC-84A17138D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71E28D-3A5C-4F21-AC0F-FBBD801196E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127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437CC85-17B1-41A0-AC3A-0CE828922A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569D01-324A-4BA3-B9F0-DE11CF391D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190BAB-93A3-46D8-B923-4BA8A45AFB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4B56DB-E32F-4720-AB5C-F03086091FB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13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3395" y="9255430"/>
            <a:ext cx="9181204" cy="2860808"/>
          </a:xfrm>
        </p:spPr>
        <p:txBody>
          <a:bodyPr anchor="t"/>
          <a:lstStyle>
            <a:lvl1pPr algn="l">
              <a:defRPr sz="95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53395" y="6104590"/>
            <a:ext cx="9181204" cy="3150841"/>
          </a:xfrm>
        </p:spPr>
        <p:txBody>
          <a:bodyPr anchor="b"/>
          <a:lstStyle>
            <a:lvl1pPr marL="0" indent="0">
              <a:buNone/>
              <a:defRPr sz="500"/>
            </a:lvl1pPr>
            <a:lvl2pPr marL="111110" indent="0">
              <a:buNone/>
              <a:defRPr sz="450"/>
            </a:lvl2pPr>
            <a:lvl3pPr marL="222220" indent="0">
              <a:buNone/>
              <a:defRPr sz="400"/>
            </a:lvl3pPr>
            <a:lvl4pPr marL="333331" indent="0">
              <a:buNone/>
              <a:defRPr sz="350"/>
            </a:lvl4pPr>
            <a:lvl5pPr marL="444441" indent="0">
              <a:buNone/>
              <a:defRPr sz="350"/>
            </a:lvl5pPr>
            <a:lvl6pPr marL="555552" indent="0">
              <a:buNone/>
              <a:defRPr sz="350"/>
            </a:lvl6pPr>
            <a:lvl7pPr marL="666662" indent="0">
              <a:buNone/>
              <a:defRPr sz="350"/>
            </a:lvl7pPr>
            <a:lvl8pPr marL="777772" indent="0">
              <a:buNone/>
              <a:defRPr sz="350"/>
            </a:lvl8pPr>
            <a:lvl9pPr marL="888883" indent="0">
              <a:buNone/>
              <a:defRPr sz="3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EC98BA-6BDA-405B-BE9E-4FE94AA958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7879D7-75F2-450E-BA32-6B5E65759A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CC1C8D-4369-40C3-8D38-703AE91AF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ED5CB0-C66F-40B4-8442-19627B583E0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286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10359" y="4160885"/>
            <a:ext cx="4563137" cy="8641712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450"/>
            </a:lvl4pPr>
            <a:lvl5pPr>
              <a:defRPr sz="450"/>
            </a:lvl5pPr>
            <a:lvl6pPr>
              <a:defRPr sz="450"/>
            </a:lvl6pPr>
            <a:lvl7pPr>
              <a:defRPr sz="450"/>
            </a:lvl7pPr>
            <a:lvl8pPr>
              <a:defRPr sz="450"/>
            </a:lvl8pPr>
            <a:lvl9pPr>
              <a:defRPr sz="4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427860" y="4160885"/>
            <a:ext cx="4563137" cy="8641712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450"/>
            </a:lvl4pPr>
            <a:lvl5pPr>
              <a:defRPr sz="450"/>
            </a:lvl5pPr>
            <a:lvl6pPr>
              <a:defRPr sz="450"/>
            </a:lvl6pPr>
            <a:lvl7pPr>
              <a:defRPr sz="450"/>
            </a:lvl7pPr>
            <a:lvl8pPr>
              <a:defRPr sz="450"/>
            </a:lvl8pPr>
            <a:lvl9pPr>
              <a:defRPr sz="4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51C5E-0F6F-428B-B7A7-90B7F25604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094E42-AF66-4CC9-A31B-83FC914C06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C1AF9F-A37D-443C-8A09-AF6C38ACAF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3E2E9D-89A6-4052-BFE6-C0845FA6594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380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0239" y="576862"/>
            <a:ext cx="9720875" cy="2400387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40240" y="3224018"/>
            <a:ext cx="4772097" cy="1343875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1110" indent="0">
              <a:buNone/>
              <a:defRPr sz="500" b="1"/>
            </a:lvl2pPr>
            <a:lvl3pPr marL="222220" indent="0">
              <a:buNone/>
              <a:defRPr sz="450" b="1"/>
            </a:lvl3pPr>
            <a:lvl4pPr marL="333331" indent="0">
              <a:buNone/>
              <a:defRPr sz="400" b="1"/>
            </a:lvl4pPr>
            <a:lvl5pPr marL="444441" indent="0">
              <a:buNone/>
              <a:defRPr sz="400" b="1"/>
            </a:lvl5pPr>
            <a:lvl6pPr marL="555552" indent="0">
              <a:buNone/>
              <a:defRPr sz="400" b="1"/>
            </a:lvl6pPr>
            <a:lvl7pPr marL="666662" indent="0">
              <a:buNone/>
              <a:defRPr sz="400" b="1"/>
            </a:lvl7pPr>
            <a:lvl8pPr marL="777772" indent="0">
              <a:buNone/>
              <a:defRPr sz="400" b="1"/>
            </a:lvl8pPr>
            <a:lvl9pPr marL="888883" indent="0">
              <a:buNone/>
              <a:defRPr sz="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40240" y="4567892"/>
            <a:ext cx="4772097" cy="8298266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5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486751" y="3224018"/>
            <a:ext cx="4774362" cy="1343875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1110" indent="0">
              <a:buNone/>
              <a:defRPr sz="500" b="1"/>
            </a:lvl2pPr>
            <a:lvl3pPr marL="222220" indent="0">
              <a:buNone/>
              <a:defRPr sz="450" b="1"/>
            </a:lvl3pPr>
            <a:lvl4pPr marL="333331" indent="0">
              <a:buNone/>
              <a:defRPr sz="400" b="1"/>
            </a:lvl4pPr>
            <a:lvl5pPr marL="444441" indent="0">
              <a:buNone/>
              <a:defRPr sz="400" b="1"/>
            </a:lvl5pPr>
            <a:lvl6pPr marL="555552" indent="0">
              <a:buNone/>
              <a:defRPr sz="400" b="1"/>
            </a:lvl6pPr>
            <a:lvl7pPr marL="666662" indent="0">
              <a:buNone/>
              <a:defRPr sz="400" b="1"/>
            </a:lvl7pPr>
            <a:lvl8pPr marL="777772" indent="0">
              <a:buNone/>
              <a:defRPr sz="400" b="1"/>
            </a:lvl8pPr>
            <a:lvl9pPr marL="888883" indent="0">
              <a:buNone/>
              <a:defRPr sz="4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486751" y="4567892"/>
            <a:ext cx="4774362" cy="8298266"/>
          </a:xfrm>
        </p:spPr>
        <p:txBody>
          <a:bodyPr/>
          <a:lstStyle>
            <a:lvl1pPr>
              <a:defRPr sz="600"/>
            </a:lvl1pPr>
            <a:lvl2pPr>
              <a:defRPr sz="500"/>
            </a:lvl2pPr>
            <a:lvl3pPr>
              <a:defRPr sz="45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4ED224C-6F82-4285-9234-B9CF728D13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9A85631-5DAF-4EEC-BC66-C21662D6F3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B67D524-B58D-4FC3-8815-A6A0B58C67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E2677-1837-47FC-9CEE-3E42EF4ABB1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108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B3665C2-8C2F-44EF-98B1-EFD438198B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66A59CE-532C-426E-B9B7-E7AB568EB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5D48B0-3C26-4F05-A6BC-8CD31684D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4409D8-FAC7-4DD7-9AA0-432FFD79AE5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448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F2CDF0-FEBD-4040-A9C2-203F717FD7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AF0F07E-C01B-4783-B1AD-A03D5EFAC3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EF2D995-A6A5-4ED3-A019-A28903BAFD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14C92C-0300-4241-96CF-D9C01F2186A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672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0238" y="573658"/>
            <a:ext cx="3553448" cy="2440447"/>
          </a:xfrm>
        </p:spPr>
        <p:txBody>
          <a:bodyPr anchor="b"/>
          <a:lstStyle>
            <a:lvl1pPr algn="l">
              <a:defRPr sz="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22801" y="573658"/>
            <a:ext cx="6038313" cy="12292501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40238" y="3014105"/>
            <a:ext cx="3553448" cy="9852054"/>
          </a:xfrm>
        </p:spPr>
        <p:txBody>
          <a:bodyPr/>
          <a:lstStyle>
            <a:lvl1pPr marL="0" indent="0">
              <a:buNone/>
              <a:defRPr sz="350"/>
            </a:lvl1pPr>
            <a:lvl2pPr marL="111110" indent="0">
              <a:buNone/>
              <a:defRPr sz="300"/>
            </a:lvl2pPr>
            <a:lvl3pPr marL="222220" indent="0">
              <a:buNone/>
              <a:defRPr sz="250"/>
            </a:lvl3pPr>
            <a:lvl4pPr marL="333331" indent="0">
              <a:buNone/>
              <a:defRPr sz="200"/>
            </a:lvl4pPr>
            <a:lvl5pPr marL="444441" indent="0">
              <a:buNone/>
              <a:defRPr sz="200"/>
            </a:lvl5pPr>
            <a:lvl6pPr marL="555552" indent="0">
              <a:buNone/>
              <a:defRPr sz="200"/>
            </a:lvl6pPr>
            <a:lvl7pPr marL="666662" indent="0">
              <a:buNone/>
              <a:defRPr sz="200"/>
            </a:lvl7pPr>
            <a:lvl8pPr marL="777772" indent="0">
              <a:buNone/>
              <a:defRPr sz="200"/>
            </a:lvl8pPr>
            <a:lvl9pPr marL="888883" indent="0">
              <a:buNone/>
              <a:defRPr sz="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53265-FEFD-4B92-929E-3844ADC5AC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382779-C0EE-4337-A367-F759FB829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2CE646-07D5-4771-A032-3FC9C0AB5A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00843F-AAAD-4C87-A678-07CB8A793F0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142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17348" y="10082265"/>
            <a:ext cx="6480583" cy="1190579"/>
          </a:xfrm>
        </p:spPr>
        <p:txBody>
          <a:bodyPr anchor="b"/>
          <a:lstStyle>
            <a:lvl1pPr algn="l">
              <a:defRPr sz="5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117348" y="1286723"/>
            <a:ext cx="6480583" cy="8642247"/>
          </a:xfrm>
        </p:spPr>
        <p:txBody>
          <a:bodyPr/>
          <a:lstStyle>
            <a:lvl1pPr marL="0" indent="0">
              <a:buNone/>
              <a:defRPr sz="800"/>
            </a:lvl1pPr>
            <a:lvl2pPr marL="111110" indent="0">
              <a:buNone/>
              <a:defRPr sz="700"/>
            </a:lvl2pPr>
            <a:lvl3pPr marL="222220" indent="0">
              <a:buNone/>
              <a:defRPr sz="600"/>
            </a:lvl3pPr>
            <a:lvl4pPr marL="333331" indent="0">
              <a:buNone/>
              <a:defRPr sz="500"/>
            </a:lvl4pPr>
            <a:lvl5pPr marL="444441" indent="0">
              <a:buNone/>
              <a:defRPr sz="500"/>
            </a:lvl5pPr>
            <a:lvl6pPr marL="555552" indent="0">
              <a:buNone/>
              <a:defRPr sz="500"/>
            </a:lvl6pPr>
            <a:lvl7pPr marL="666662" indent="0">
              <a:buNone/>
              <a:defRPr sz="500"/>
            </a:lvl7pPr>
            <a:lvl8pPr marL="777772" indent="0">
              <a:buNone/>
              <a:defRPr sz="500"/>
            </a:lvl8pPr>
            <a:lvl9pPr marL="888883" indent="0">
              <a:buNone/>
              <a:defRPr sz="5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117348" y="11272845"/>
            <a:ext cx="6480583" cy="1689992"/>
          </a:xfrm>
        </p:spPr>
        <p:txBody>
          <a:bodyPr/>
          <a:lstStyle>
            <a:lvl1pPr marL="0" indent="0">
              <a:buNone/>
              <a:defRPr sz="350"/>
            </a:lvl1pPr>
            <a:lvl2pPr marL="111110" indent="0">
              <a:buNone/>
              <a:defRPr sz="300"/>
            </a:lvl2pPr>
            <a:lvl3pPr marL="222220" indent="0">
              <a:buNone/>
              <a:defRPr sz="250"/>
            </a:lvl3pPr>
            <a:lvl4pPr marL="333331" indent="0">
              <a:buNone/>
              <a:defRPr sz="200"/>
            </a:lvl4pPr>
            <a:lvl5pPr marL="444441" indent="0">
              <a:buNone/>
              <a:defRPr sz="200"/>
            </a:lvl5pPr>
            <a:lvl6pPr marL="555552" indent="0">
              <a:buNone/>
              <a:defRPr sz="200"/>
            </a:lvl6pPr>
            <a:lvl7pPr marL="666662" indent="0">
              <a:buNone/>
              <a:defRPr sz="200"/>
            </a:lvl7pPr>
            <a:lvl8pPr marL="777772" indent="0">
              <a:buNone/>
              <a:defRPr sz="200"/>
            </a:lvl8pPr>
            <a:lvl9pPr marL="888883" indent="0">
              <a:buNone/>
              <a:defRPr sz="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BAF390-5313-48E5-A6EA-CE73BFEA66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2E64E-CCEF-49F5-B904-22E382006D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2DEF8A-B32B-4FD5-A75F-16A4C00C34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5AD53-C702-43DB-BF06-B9F5DEB91A8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467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D4FD48-629D-4DD2-8BCC-FD66A6410A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F9419C-4E5F-426B-8561-BE3C5F3998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4DEC28-8124-4F2F-90AD-7E9804927B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88FE65-0AC9-49AC-823A-0011DB02A29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947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695835" y="1279779"/>
            <a:ext cx="2295160" cy="115228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0358" y="1279779"/>
            <a:ext cx="6831114" cy="11522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5BCD32-A084-44A5-A0D0-31FA660FD6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032C82-BFDC-4B96-ACEB-6EDF51FAA8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11663B-97B7-4E75-A37F-A619B2E564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5F8DF1-AE6A-443E-BB86-5F64B41D895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34027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標題，1 個大物件與 2 個小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0356" y="1279780"/>
            <a:ext cx="9180638" cy="240092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10359" y="4160885"/>
            <a:ext cx="4563137" cy="8641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5427860" y="4160885"/>
            <a:ext cx="4563137" cy="429495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5427860" y="8507112"/>
            <a:ext cx="4563137" cy="429548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4A7C4B6-FB9B-47A2-AB65-931E97D665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0BA4A25-B34C-4F64-AFBA-CED2459450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CF3D161-EB30-4819-86E5-94D1351949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028727-CE7C-4737-AACB-C9071DDB745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619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27"/>
            </a:gs>
            <a:gs pos="50000">
              <a:srgbClr val="000099"/>
            </a:gs>
            <a:gs pos="100000">
              <a:srgbClr val="00002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734DE3F-7A40-47A8-B065-F8BF1E5B4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09625" y="1279666"/>
            <a:ext cx="9182100" cy="2401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36" tIns="101468" rIns="202936" bIns="10146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09DF67-71E9-4816-9A9B-8148073EE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5" y="4160503"/>
            <a:ext cx="9182100" cy="864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36" tIns="101468" rIns="202936" bIns="1014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281604" name="Rectangle 4">
            <a:extLst>
              <a:ext uri="{FF2B5EF4-FFF2-40B4-BE49-F238E27FC236}">
                <a16:creationId xmlns:a16="http://schemas.microsoft.com/office/drawing/2014/main" id="{30CCE66F-B1F0-437C-A6A0-02DE793724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6" y="13123722"/>
            <a:ext cx="2251075" cy="95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36" tIns="101468" rIns="202936" bIns="101468" numCol="1" anchor="t" anchorCtr="0" compatLnSpc="1">
            <a:prstTxWarp prst="textNoShape">
              <a:avLst/>
            </a:prstTxWarp>
          </a:bodyPr>
          <a:lstStyle>
            <a:lvl1pPr defTabSz="1015039" eaLnBrk="1" hangingPunct="1">
              <a:defRPr kumimoji="0" sz="155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81605" name="Rectangle 5">
            <a:extLst>
              <a:ext uri="{FF2B5EF4-FFF2-40B4-BE49-F238E27FC236}">
                <a16:creationId xmlns:a16="http://schemas.microsoft.com/office/drawing/2014/main" id="{55A8AD1E-C7AF-431B-8296-4A2D563755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0939" y="13123722"/>
            <a:ext cx="3419475" cy="95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36" tIns="101468" rIns="202936" bIns="101468" numCol="1" anchor="t" anchorCtr="0" compatLnSpc="1">
            <a:prstTxWarp prst="textNoShape">
              <a:avLst/>
            </a:prstTxWarp>
          </a:bodyPr>
          <a:lstStyle>
            <a:lvl1pPr algn="ctr" defTabSz="1015039" eaLnBrk="1" hangingPunct="1">
              <a:defRPr kumimoji="0" sz="155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81606" name="Rectangle 6">
            <a:extLst>
              <a:ext uri="{FF2B5EF4-FFF2-40B4-BE49-F238E27FC236}">
                <a16:creationId xmlns:a16="http://schemas.microsoft.com/office/drawing/2014/main" id="{00097AAB-0B21-48ED-8500-6755D0513F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1" y="13123722"/>
            <a:ext cx="2251075" cy="95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02936" tIns="101468" rIns="202936" bIns="101468" numCol="1" anchor="t" anchorCtr="0" compatLnSpc="1">
            <a:prstTxWarp prst="textNoShape">
              <a:avLst/>
            </a:prstTxWarp>
          </a:bodyPr>
          <a:lstStyle>
            <a:lvl1pPr algn="r" defTabSz="1014615" eaLnBrk="1" hangingPunct="1">
              <a:defRPr kumimoji="0" sz="1550">
                <a:ea typeface="新細明體" panose="02020500000000000000" pitchFamily="18" charset="-120"/>
              </a:defRPr>
            </a:lvl1pPr>
          </a:lstStyle>
          <a:p>
            <a:fld id="{DE084F02-ECD6-477F-82A6-9F3C7D892F8C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</p:sldLayoutIdLst>
  <p:txStyles>
    <p:titleStyle>
      <a:lvl1pPr algn="ctr" defTabSz="1014615" rtl="0" eaLnBrk="0" fontAlgn="base" hangingPunct="0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+mj-lt"/>
          <a:ea typeface="+mj-ea"/>
          <a:cs typeface="+mj-cs"/>
        </a:defRPr>
      </a:lvl1pPr>
      <a:lvl2pPr algn="ctr" defTabSz="1014615" rtl="0" eaLnBrk="0" fontAlgn="base" hangingPunct="0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2pPr>
      <a:lvl3pPr algn="ctr" defTabSz="1014615" rtl="0" eaLnBrk="0" fontAlgn="base" hangingPunct="0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3pPr>
      <a:lvl4pPr algn="ctr" defTabSz="1014615" rtl="0" eaLnBrk="0" fontAlgn="base" hangingPunct="0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4pPr>
      <a:lvl5pPr algn="ctr" defTabSz="1014615" rtl="0" eaLnBrk="0" fontAlgn="base" hangingPunct="0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5pPr>
      <a:lvl6pPr marL="111110" algn="ctr" defTabSz="1015039" rtl="0" fontAlgn="base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222220" algn="ctr" defTabSz="1015039" rtl="0" fontAlgn="base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333331" algn="ctr" defTabSz="1015039" rtl="0" fontAlgn="base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444441" algn="ctr" defTabSz="1015039" rtl="0" fontAlgn="base">
        <a:spcBef>
          <a:spcPct val="0"/>
        </a:spcBef>
        <a:spcAft>
          <a:spcPct val="0"/>
        </a:spcAft>
        <a:defRPr kumimoji="1" sz="4901" i="1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80283" indent="-380283" algn="l" defTabSz="1014615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v"/>
        <a:defRPr kumimoji="1" sz="3551">
          <a:solidFill>
            <a:schemeClr val="tx1"/>
          </a:solidFill>
          <a:latin typeface="+mn-lt"/>
          <a:ea typeface="+mn-ea"/>
          <a:cs typeface="+mn-cs"/>
        </a:defRPr>
      </a:lvl1pPr>
      <a:lvl2pPr marL="824077" indent="-316770" algn="l" defTabSz="1014615" rtl="0" eaLnBrk="0" fontAlgn="base" hangingPunct="0">
        <a:spcBef>
          <a:spcPct val="20000"/>
        </a:spcBef>
        <a:spcAft>
          <a:spcPct val="0"/>
        </a:spcAft>
        <a:buChar char="–"/>
        <a:defRPr kumimoji="1" sz="3101">
          <a:solidFill>
            <a:schemeClr val="tx1"/>
          </a:solidFill>
          <a:latin typeface="+mn-lt"/>
          <a:ea typeface="+mn-ea"/>
        </a:defRPr>
      </a:lvl2pPr>
      <a:lvl3pPr marL="1267873" indent="-253257" algn="l" defTabSz="1014615" rtl="0" eaLnBrk="0" fontAlgn="base" hangingPunct="0">
        <a:spcBef>
          <a:spcPct val="20000"/>
        </a:spcBef>
        <a:spcAft>
          <a:spcPct val="0"/>
        </a:spcAft>
        <a:buChar char="•"/>
        <a:defRPr kumimoji="1" sz="2651">
          <a:solidFill>
            <a:schemeClr val="tx1"/>
          </a:solidFill>
          <a:latin typeface="+mn-lt"/>
          <a:ea typeface="+mn-ea"/>
        </a:defRPr>
      </a:lvl3pPr>
      <a:lvl4pPr marL="1775180" indent="-253257" algn="l" defTabSz="1014615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4pPr>
      <a:lvl5pPr marL="2283282" indent="-253257" algn="l" defTabSz="1014615" rtl="0" eaLnBrk="0" fontAlgn="base" hangingPunct="0">
        <a:spcBef>
          <a:spcPct val="20000"/>
        </a:spcBef>
        <a:spcAft>
          <a:spcPct val="0"/>
        </a:spcAft>
        <a:buSzPct val="65000"/>
        <a:buChar char="•"/>
        <a:defRPr kumimoji="1" sz="2200">
          <a:solidFill>
            <a:schemeClr val="tx1"/>
          </a:solidFill>
          <a:latin typeface="+mn-lt"/>
          <a:ea typeface="+mn-ea"/>
        </a:defRPr>
      </a:lvl5pPr>
      <a:lvl6pPr marL="2394659" indent="-253856" algn="l" defTabSz="1015039" rtl="0" fontAlgn="base">
        <a:spcBef>
          <a:spcPct val="20000"/>
        </a:spcBef>
        <a:spcAft>
          <a:spcPct val="0"/>
        </a:spcAft>
        <a:buSzPct val="65000"/>
        <a:buChar char="•"/>
        <a:defRPr kumimoji="1" sz="2200">
          <a:solidFill>
            <a:schemeClr val="tx1"/>
          </a:solidFill>
          <a:latin typeface="+mn-lt"/>
          <a:ea typeface="+mn-ea"/>
        </a:defRPr>
      </a:lvl6pPr>
      <a:lvl7pPr marL="2505769" indent="-253856" algn="l" defTabSz="1015039" rtl="0" fontAlgn="base">
        <a:spcBef>
          <a:spcPct val="20000"/>
        </a:spcBef>
        <a:spcAft>
          <a:spcPct val="0"/>
        </a:spcAft>
        <a:buSzPct val="65000"/>
        <a:buChar char="•"/>
        <a:defRPr kumimoji="1" sz="2200">
          <a:solidFill>
            <a:schemeClr val="tx1"/>
          </a:solidFill>
          <a:latin typeface="+mn-lt"/>
          <a:ea typeface="+mn-ea"/>
        </a:defRPr>
      </a:lvl7pPr>
      <a:lvl8pPr marL="2616879" indent="-253856" algn="l" defTabSz="1015039" rtl="0" fontAlgn="base">
        <a:spcBef>
          <a:spcPct val="20000"/>
        </a:spcBef>
        <a:spcAft>
          <a:spcPct val="0"/>
        </a:spcAft>
        <a:buSzPct val="65000"/>
        <a:buChar char="•"/>
        <a:defRPr kumimoji="1" sz="2200">
          <a:solidFill>
            <a:schemeClr val="tx1"/>
          </a:solidFill>
          <a:latin typeface="+mn-lt"/>
          <a:ea typeface="+mn-ea"/>
        </a:defRPr>
      </a:lvl8pPr>
      <a:lvl9pPr marL="2727990" indent="-253856" algn="l" defTabSz="1015039" rtl="0" fontAlgn="base">
        <a:spcBef>
          <a:spcPct val="20000"/>
        </a:spcBef>
        <a:spcAft>
          <a:spcPct val="0"/>
        </a:spcAft>
        <a:buSzPct val="65000"/>
        <a:buChar char="•"/>
        <a:defRPr kumimoji="1"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1110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2220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33331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44441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55552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66662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777772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888883" algn="l" defTabSz="22222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Line 2169">
            <a:extLst>
              <a:ext uri="{FF2B5EF4-FFF2-40B4-BE49-F238E27FC236}">
                <a16:creationId xmlns:a16="http://schemas.microsoft.com/office/drawing/2014/main" id="{7E254C82-CED3-4DF5-84F0-457745F883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8870" y="3828705"/>
            <a:ext cx="794" cy="5113903"/>
          </a:xfrm>
          <a:prstGeom prst="line">
            <a:avLst/>
          </a:prstGeom>
          <a:noFill/>
          <a:ln w="127000">
            <a:solidFill>
              <a:srgbClr val="1F315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/>
          <a:lstStyle/>
          <a:p>
            <a:pPr>
              <a:defRPr/>
            </a:pPr>
            <a:endParaRPr lang="zh-CN" altLang="en-US" sz="650">
              <a:ea typeface="標楷體" pitchFamily="65" charset="-120"/>
            </a:endParaRPr>
          </a:p>
        </p:txBody>
      </p:sp>
      <p:sp>
        <p:nvSpPr>
          <p:cNvPr id="68" name="Line 1534">
            <a:extLst>
              <a:ext uri="{FF2B5EF4-FFF2-40B4-BE49-F238E27FC236}">
                <a16:creationId xmlns:a16="http://schemas.microsoft.com/office/drawing/2014/main" id="{0B9C51F1-6D50-4A13-9305-C07453C4BF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046" y="3828705"/>
            <a:ext cx="10073569" cy="0"/>
          </a:xfrm>
          <a:prstGeom prst="line">
            <a:avLst/>
          </a:prstGeom>
          <a:noFill/>
          <a:ln w="127000">
            <a:solidFill>
              <a:srgbClr val="1F315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/>
          <a:lstStyle/>
          <a:p>
            <a:endParaRPr lang="zh-CN" altLang="en-US" sz="650"/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1F279AC9-295B-477C-ADCE-163FAF23F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4171" y="1014714"/>
            <a:ext cx="6850998" cy="834323"/>
          </a:xfrm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</a:extLst>
        </p:spPr>
        <p:txBody>
          <a:bodyPr/>
          <a:lstStyle/>
          <a:p>
            <a:pPr defTabSz="1015039">
              <a:defRPr/>
            </a:pPr>
            <a:r>
              <a:rPr lang="en-US" altLang="zh-TW" sz="2800" b="1" dirty="0">
                <a:solidFill>
                  <a:srgbClr val="0D00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Fall Detection by 1D-CNN based on Public Dataset Using a Wrist-worn Smartwatch</a:t>
            </a:r>
            <a:endParaRPr lang="zh-TW" altLang="zh-TW" sz="2800" b="1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51" name="Rectangle 62">
            <a:extLst>
              <a:ext uri="{FF2B5EF4-FFF2-40B4-BE49-F238E27FC236}">
                <a16:creationId xmlns:a16="http://schemas.microsoft.com/office/drawing/2014/main" id="{4FD56B0A-9223-4F9C-AC5B-2E6C3ED78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61" y="158769"/>
            <a:ext cx="10477498" cy="14136657"/>
          </a:xfrm>
          <a:prstGeom prst="rect">
            <a:avLst/>
          </a:prstGeom>
          <a:noFill/>
          <a:ln w="381000" cmpd="thickThin">
            <a:solidFill>
              <a:srgbClr val="1F31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61002" dir="2357364" algn="ctr" rotWithShape="0">
                    <a:srgbClr val="000012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23411" tIns="11706" rIns="23411" bIns="11706" anchor="ctr"/>
          <a:lstStyle>
            <a:lvl1pPr defTabSz="963613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defTabSz="963613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defTabSz="963613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defTabSz="963613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defTabSz="963613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450" dirty="0">
              <a:solidFill>
                <a:srgbClr val="FAF9F8"/>
              </a:solidFill>
            </a:endParaRPr>
          </a:p>
        </p:txBody>
      </p:sp>
      <p:sp>
        <p:nvSpPr>
          <p:cNvPr id="2052" name="Rectangle 255">
            <a:extLst>
              <a:ext uri="{FF2B5EF4-FFF2-40B4-BE49-F238E27FC236}">
                <a16:creationId xmlns:a16="http://schemas.microsoft.com/office/drawing/2014/main" id="{A0E467A1-9D9C-499C-842E-A57926933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551" y="6702371"/>
            <a:ext cx="5402064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220" tIns="11110" rIns="22220" bIns="1111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53" name="Rectangle 421">
            <a:extLst>
              <a:ext uri="{FF2B5EF4-FFF2-40B4-BE49-F238E27FC236}">
                <a16:creationId xmlns:a16="http://schemas.microsoft.com/office/drawing/2014/main" id="{58A89937-4470-4ADF-A018-2E7CC6296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06" y="6688082"/>
            <a:ext cx="5401270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220" tIns="11110" rIns="22220" bIns="11110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55" name="Line 1534">
            <a:extLst>
              <a:ext uri="{FF2B5EF4-FFF2-40B4-BE49-F238E27FC236}">
                <a16:creationId xmlns:a16="http://schemas.microsoft.com/office/drawing/2014/main" id="{66A717FF-D6A6-46F4-B571-967B0E0BF5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3046" y="9353072"/>
            <a:ext cx="10160891" cy="32758"/>
          </a:xfrm>
          <a:prstGeom prst="line">
            <a:avLst/>
          </a:prstGeom>
          <a:noFill/>
          <a:ln w="127000">
            <a:solidFill>
              <a:srgbClr val="1F315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/>
          <a:lstStyle/>
          <a:p>
            <a:endParaRPr lang="zh-CN" altLang="en-US" sz="650"/>
          </a:p>
        </p:txBody>
      </p:sp>
      <p:sp>
        <p:nvSpPr>
          <p:cNvPr id="2" name="Rectangle 1922">
            <a:extLst>
              <a:ext uri="{FF2B5EF4-FFF2-40B4-BE49-F238E27FC236}">
                <a16:creationId xmlns:a16="http://schemas.microsoft.com/office/drawing/2014/main" id="{8FEAF466-AB11-4C0D-A419-B479EF12E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6664954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61" name="Rectangle 1925">
            <a:extLst>
              <a:ext uri="{FF2B5EF4-FFF2-40B4-BE49-F238E27FC236}">
                <a16:creationId xmlns:a16="http://schemas.microsoft.com/office/drawing/2014/main" id="{2C386F13-9B83-405C-BE98-9443F301A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6664954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62" name="Rectangle 1927">
            <a:extLst>
              <a:ext uri="{FF2B5EF4-FFF2-40B4-BE49-F238E27FC236}">
                <a16:creationId xmlns:a16="http://schemas.microsoft.com/office/drawing/2014/main" id="{3F48ED51-67A9-45EB-8CC0-8C6DCF9BB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6664954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63" name="Rectangle 1950">
            <a:extLst>
              <a:ext uri="{FF2B5EF4-FFF2-40B4-BE49-F238E27FC236}">
                <a16:creationId xmlns:a16="http://schemas.microsoft.com/office/drawing/2014/main" id="{7AB77FED-0A75-4203-9BDE-944CECE9F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6514919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64" name="Rectangle 1955">
            <a:extLst>
              <a:ext uri="{FF2B5EF4-FFF2-40B4-BE49-F238E27FC236}">
                <a16:creationId xmlns:a16="http://schemas.microsoft.com/office/drawing/2014/main" id="{76C15090-EF4D-4188-B4E4-33D2BD299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6510950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69" name="Rectangle 2174">
            <a:extLst>
              <a:ext uri="{FF2B5EF4-FFF2-40B4-BE49-F238E27FC236}">
                <a16:creationId xmlns:a16="http://schemas.microsoft.com/office/drawing/2014/main" id="{4DF2DD77-0A48-4D42-A200-7AF8B06E3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6685594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70" name="Rectangle 2176">
            <a:extLst>
              <a:ext uri="{FF2B5EF4-FFF2-40B4-BE49-F238E27FC236}">
                <a16:creationId xmlns:a16="http://schemas.microsoft.com/office/drawing/2014/main" id="{6FCF4FD4-FDEC-4AF1-8913-EFBAD7216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329" y="6461732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71" name="Rectangle 3601">
            <a:extLst>
              <a:ext uri="{FF2B5EF4-FFF2-40B4-BE49-F238E27FC236}">
                <a16:creationId xmlns:a16="http://schemas.microsoft.com/office/drawing/2014/main" id="{06F2E879-10B3-4966-BAAC-56E96D976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6437917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72" name="Rectangle 3602">
            <a:extLst>
              <a:ext uri="{FF2B5EF4-FFF2-40B4-BE49-F238E27FC236}">
                <a16:creationId xmlns:a16="http://schemas.microsoft.com/office/drawing/2014/main" id="{D2CB5A58-3EA1-48B5-82F4-B11BC8F7E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7062157"/>
            <a:ext cx="82712" cy="95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3812" tIns="16906" rIns="33812" bIns="16906" anchor="ctr">
            <a:spAutoFit/>
          </a:bodyPr>
          <a:lstStyle>
            <a:lvl1pPr defTabSz="139065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defTabSz="13906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defTabSz="139065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defTabSz="139065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defTabSz="139065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TW" sz="650">
              <a:latin typeface="Arial" panose="020B0604020202020204" pitchFamily="34" charset="0"/>
            </a:endParaRPr>
          </a:p>
        </p:txBody>
      </p:sp>
      <p:sp>
        <p:nvSpPr>
          <p:cNvPr id="2073" name="Rectangle 3603">
            <a:extLst>
              <a:ext uri="{FF2B5EF4-FFF2-40B4-BE49-F238E27FC236}">
                <a16:creationId xmlns:a16="http://schemas.microsoft.com/office/drawing/2014/main" id="{364783A9-2CDF-4BD2-A2E2-862A67486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7743208"/>
            <a:ext cx="108360" cy="14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3812" tIns="16906" rIns="33812" bIns="16906" anchor="ctr">
            <a:spAutoFit/>
          </a:bodyPr>
          <a:lstStyle>
            <a:lvl1pPr defTabSz="139065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 defTabSz="13906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 defTabSz="139065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 defTabSz="139065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 defTabSz="139065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defTabSz="139065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zh-TW" sz="700">
                <a:latin typeface="Arial" panose="020B0604020202020204" pitchFamily="34" charset="0"/>
                <a:ea typeface="標楷體" pitchFamily="65" charset="-128"/>
              </a:rPr>
              <a:t> </a:t>
            </a:r>
            <a:endParaRPr lang="en-US" altLang="zh-TW" sz="650">
              <a:latin typeface="Arial" panose="020B0604020202020204" pitchFamily="34" charset="0"/>
            </a:endParaRPr>
          </a:p>
        </p:txBody>
      </p:sp>
      <p:sp>
        <p:nvSpPr>
          <p:cNvPr id="2077" name="Rectangle 3662">
            <a:extLst>
              <a:ext uri="{FF2B5EF4-FFF2-40B4-BE49-F238E27FC236}">
                <a16:creationId xmlns:a16="http://schemas.microsoft.com/office/drawing/2014/main" id="{4083B582-64B9-43E4-B3BD-998915095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1577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78" name="Rectangle 3664">
            <a:extLst>
              <a:ext uri="{FF2B5EF4-FFF2-40B4-BE49-F238E27FC236}">
                <a16:creationId xmlns:a16="http://schemas.microsoft.com/office/drawing/2014/main" id="{0641BA8A-DD35-4889-BB2E-189DB14A0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4021" y="1825629"/>
            <a:ext cx="44939" cy="9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zh-TW" sz="450">
              <a:latin typeface="Arial" panose="020B0604020202020204" pitchFamily="34" charset="0"/>
            </a:endParaRPr>
          </a:p>
        </p:txBody>
      </p:sp>
      <p:sp>
        <p:nvSpPr>
          <p:cNvPr id="2079" name="Rectangle 3666">
            <a:extLst>
              <a:ext uri="{FF2B5EF4-FFF2-40B4-BE49-F238E27FC236}">
                <a16:creationId xmlns:a16="http://schemas.microsoft.com/office/drawing/2014/main" id="{29BE3503-BA66-4F73-AA7E-DBB5AF6FC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0" name="Rectangle 3669">
            <a:extLst>
              <a:ext uri="{FF2B5EF4-FFF2-40B4-BE49-F238E27FC236}">
                <a16:creationId xmlns:a16="http://schemas.microsoft.com/office/drawing/2014/main" id="{3ECDA1E3-7B96-489F-8C68-487AF0682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1" name="Rectangle 3671">
            <a:extLst>
              <a:ext uri="{FF2B5EF4-FFF2-40B4-BE49-F238E27FC236}">
                <a16:creationId xmlns:a16="http://schemas.microsoft.com/office/drawing/2014/main" id="{006EC45D-373F-4B25-BF20-9F08B508C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2" name="Rectangle 3673">
            <a:extLst>
              <a:ext uri="{FF2B5EF4-FFF2-40B4-BE49-F238E27FC236}">
                <a16:creationId xmlns:a16="http://schemas.microsoft.com/office/drawing/2014/main" id="{B0E1B210-6E33-425C-A0AF-57CF062B9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3" name="Rectangle 3675">
            <a:extLst>
              <a:ext uri="{FF2B5EF4-FFF2-40B4-BE49-F238E27FC236}">
                <a16:creationId xmlns:a16="http://schemas.microsoft.com/office/drawing/2014/main" id="{8622CF4E-CABD-48B9-935F-E1102F542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4" name="Rectangle 3677">
            <a:extLst>
              <a:ext uri="{FF2B5EF4-FFF2-40B4-BE49-F238E27FC236}">
                <a16:creationId xmlns:a16="http://schemas.microsoft.com/office/drawing/2014/main" id="{1743BE34-5E3B-45D5-8999-F34A43CD7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5" name="Rectangle 3681">
            <a:extLst>
              <a:ext uri="{FF2B5EF4-FFF2-40B4-BE49-F238E27FC236}">
                <a16:creationId xmlns:a16="http://schemas.microsoft.com/office/drawing/2014/main" id="{BC2DAEB6-77D7-44BD-AF06-9BB7A60DE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6" name="Rectangle 3695">
            <a:extLst>
              <a:ext uri="{FF2B5EF4-FFF2-40B4-BE49-F238E27FC236}">
                <a16:creationId xmlns:a16="http://schemas.microsoft.com/office/drawing/2014/main" id="{CB2ED9E8-9E51-44AE-AF16-9C1CF20A9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1577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7" name="Rectangle 3697">
            <a:extLst>
              <a:ext uri="{FF2B5EF4-FFF2-40B4-BE49-F238E27FC236}">
                <a16:creationId xmlns:a16="http://schemas.microsoft.com/office/drawing/2014/main" id="{B3E54358-4B3A-472B-B105-639A96181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4021" y="92774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8" name="Rectangle 193">
            <a:extLst>
              <a:ext uri="{FF2B5EF4-FFF2-40B4-BE49-F238E27FC236}">
                <a16:creationId xmlns:a16="http://schemas.microsoft.com/office/drawing/2014/main" id="{482694FC-6D28-44A4-8388-27CB614D3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89" name="Rectangle 195">
            <a:extLst>
              <a:ext uri="{FF2B5EF4-FFF2-40B4-BE49-F238E27FC236}">
                <a16:creationId xmlns:a16="http://schemas.microsoft.com/office/drawing/2014/main" id="{ADC77920-EB7B-4375-8B93-CCB9F76B6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90" name="Rectangle 197">
            <a:extLst>
              <a:ext uri="{FF2B5EF4-FFF2-40B4-BE49-F238E27FC236}">
                <a16:creationId xmlns:a16="http://schemas.microsoft.com/office/drawing/2014/main" id="{586EA2A9-CF5F-46FC-9566-3D59D73F6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91" name="Rectangle 199">
            <a:extLst>
              <a:ext uri="{FF2B5EF4-FFF2-40B4-BE49-F238E27FC236}">
                <a16:creationId xmlns:a16="http://schemas.microsoft.com/office/drawing/2014/main" id="{C0C9AF7F-7B5B-443E-8D4C-58EDDCAF7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92" name="Rectangle 201">
            <a:extLst>
              <a:ext uri="{FF2B5EF4-FFF2-40B4-BE49-F238E27FC236}">
                <a16:creationId xmlns:a16="http://schemas.microsoft.com/office/drawing/2014/main" id="{451198D8-1D79-4BF2-BA55-490257594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93" name="Rectangle 205">
            <a:extLst>
              <a:ext uri="{FF2B5EF4-FFF2-40B4-BE49-F238E27FC236}">
                <a16:creationId xmlns:a16="http://schemas.microsoft.com/office/drawing/2014/main" id="{455ED8A1-1466-4043-A497-8B787427E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94" name="Rectangle 207">
            <a:extLst>
              <a:ext uri="{FF2B5EF4-FFF2-40B4-BE49-F238E27FC236}">
                <a16:creationId xmlns:a16="http://schemas.microsoft.com/office/drawing/2014/main" id="{5FC99660-B192-4C80-BDE5-68E489BDF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61231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95" name="Rectangle 203">
            <a:extLst>
              <a:ext uri="{FF2B5EF4-FFF2-40B4-BE49-F238E27FC236}">
                <a16:creationId xmlns:a16="http://schemas.microsoft.com/office/drawing/2014/main" id="{620A000C-6E1A-4069-98A3-D2D50DF26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801" y="-71948"/>
            <a:ext cx="117488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096" name="Rectangle 205">
            <a:extLst>
              <a:ext uri="{FF2B5EF4-FFF2-40B4-BE49-F238E27FC236}">
                <a16:creationId xmlns:a16="http://schemas.microsoft.com/office/drawing/2014/main" id="{FCABF9A4-0284-4B18-A650-C062D5750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040" y="-108068"/>
            <a:ext cx="44939" cy="12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22220" tIns="11110" rIns="22220" bIns="11110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kumimoji="1" sz="71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6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53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4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650">
              <a:ea typeface="標楷體" pitchFamily="65" charset="-128"/>
            </a:endParaRPr>
          </a:p>
        </p:txBody>
      </p:sp>
      <p:sp>
        <p:nvSpPr>
          <p:cNvPr id="259" name="Text Box 1906">
            <a:extLst>
              <a:ext uri="{FF2B5EF4-FFF2-40B4-BE49-F238E27FC236}">
                <a16:creationId xmlns:a16="http://schemas.microsoft.com/office/drawing/2014/main" id="{7BBF0F62-7A7D-4C95-8010-3B0FACA3D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31" y="2070495"/>
            <a:ext cx="5832065" cy="171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23418" tIns="11709" rIns="23418" bIns="11709">
            <a:spAutoFit/>
          </a:bodyPr>
          <a:lstStyle>
            <a:lvl1pPr defTabSz="963613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v"/>
              <a:defRPr kumimoji="1" sz="146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3613" eaLnBrk="0" hangingPunct="0">
              <a:spcBef>
                <a:spcPct val="20000"/>
              </a:spcBef>
              <a:buChar char="–"/>
              <a:defRPr kumimoji="1" sz="128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3613" eaLnBrk="0" hangingPunct="0">
              <a:spcBef>
                <a:spcPct val="20000"/>
              </a:spcBef>
              <a:buChar char="•"/>
              <a:defRPr kumimoji="1" sz="110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0200" indent="-228600" defTabSz="963613" eaLnBrk="0" hangingPunct="0">
              <a:spcBef>
                <a:spcPct val="20000"/>
              </a:spcBef>
              <a:buChar char="–"/>
              <a:defRPr kumimoji="1" sz="91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7400" indent="-228600" defTabSz="963613" eaLnBrk="0" hangingPunct="0">
              <a:spcBef>
                <a:spcPct val="20000"/>
              </a:spcBef>
              <a:buSzPct val="65000"/>
              <a:buChar char="•"/>
              <a:defRPr kumimoji="1" sz="91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46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91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18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91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290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91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6200" indent="-228600" defTabSz="963613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kumimoji="1" sz="91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 typeface="Arial" charset="0"/>
              <a:buNone/>
              <a:defRPr/>
            </a:pPr>
            <a:r>
              <a:rPr lang="en-US" altLang="zh-TW" sz="2000" b="1" dirty="0" err="1">
                <a:solidFill>
                  <a:srgbClr val="0D00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標楷體" pitchFamily="65" charset="-120"/>
                <a:cs typeface="Times New Roman" panose="02020603050405020304" pitchFamily="18" charset="0"/>
                <a:sym typeface="Arial" charset="0"/>
              </a:rPr>
              <a:t>Songsheng</a:t>
            </a:r>
            <a:r>
              <a:rPr lang="en-US" altLang="zh-TW" sz="2000" b="1" dirty="0">
                <a:solidFill>
                  <a:srgbClr val="0D00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標楷體" pitchFamily="65" charset="-120"/>
                <a:cs typeface="Times New Roman" panose="02020603050405020304" pitchFamily="18" charset="0"/>
                <a:sym typeface="Arial" charset="0"/>
              </a:rPr>
              <a:t> Li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 typeface="Arial" charset="0"/>
              <a:buNone/>
              <a:defRPr/>
            </a:pPr>
            <a:r>
              <a:rPr lang="en-US" altLang="zh-TW" sz="2000" b="1" dirty="0">
                <a:solidFill>
                  <a:srgbClr val="0D00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標楷體" pitchFamily="65" charset="-120"/>
                <a:cs typeface="Times New Roman" panose="02020603050405020304" pitchFamily="18" charset="0"/>
                <a:sym typeface="Arial" charset="0"/>
              </a:rPr>
              <a:t> Hong Kong College of Technology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 typeface="Arial" charset="0"/>
              <a:buNone/>
              <a:defRPr/>
            </a:pPr>
            <a:r>
              <a:rPr lang="en-US" altLang="zh-TW" sz="2000" b="1" dirty="0">
                <a:solidFill>
                  <a:srgbClr val="0D00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標楷體" pitchFamily="65" charset="-120"/>
                <a:cs typeface="Times New Roman" panose="02020603050405020304" pitchFamily="18" charset="0"/>
                <a:sym typeface="Arial" charset="0"/>
              </a:rPr>
              <a:t>Songsheng.li@hotmail.com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 typeface="Arial" charset="0"/>
              <a:buNone/>
              <a:defRPr/>
            </a:pPr>
            <a:endParaRPr lang="en-US" altLang="zh-TW" sz="2000" b="1" dirty="0">
              <a:solidFill>
                <a:srgbClr val="0D00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標楷體" pitchFamily="65" charset="-120"/>
              <a:cs typeface="Times New Roman" panose="02020603050405020304" pitchFamily="18" charset="0"/>
              <a:sym typeface="Arial" charset="0"/>
            </a:endParaRPr>
          </a:p>
        </p:txBody>
      </p:sp>
      <p:sp>
        <p:nvSpPr>
          <p:cNvPr id="262" name="書卷 (水平) 261">
            <a:extLst>
              <a:ext uri="{FF2B5EF4-FFF2-40B4-BE49-F238E27FC236}">
                <a16:creationId xmlns:a16="http://schemas.microsoft.com/office/drawing/2014/main" id="{93F66DC5-AEFD-42F3-9D23-1CDD50D08F06}"/>
              </a:ext>
            </a:extLst>
          </p:cNvPr>
          <p:cNvSpPr/>
          <p:nvPr/>
        </p:nvSpPr>
        <p:spPr bwMode="auto">
          <a:xfrm>
            <a:off x="8367486" y="514384"/>
            <a:ext cx="1887662" cy="552138"/>
          </a:xfrm>
          <a:prstGeom prst="horizontalScroll">
            <a:avLst/>
          </a:prstGeom>
          <a:solidFill>
            <a:srgbClr val="1F3150"/>
          </a:solidFill>
          <a:ln w="9525" cap="flat" cmpd="sng" algn="ctr">
            <a:solidFill>
              <a:srgbClr val="1F315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lIns="22220" tIns="11110" rIns="22220" bIns="11110"/>
          <a:lstStyle/>
          <a:p>
            <a:pPr defTabSz="234180" eaLnBrk="1" hangingPunct="1">
              <a:defRPr/>
            </a:pPr>
            <a:r>
              <a:rPr lang="en-US" altLang="zh-TW" sz="1800" b="1" dirty="0">
                <a:solidFill>
                  <a:srgbClr val="F7F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標楷體" pitchFamily="65" charset="-120"/>
              </a:rPr>
              <a:t>ICARCE2024-266</a:t>
            </a:r>
            <a:endParaRPr lang="zh-TW" altLang="en-US" sz="1800" b="1" dirty="0">
              <a:solidFill>
                <a:srgbClr val="F7F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標楷體" pitchFamily="65" charset="-120"/>
            </a:endParaRPr>
          </a:p>
        </p:txBody>
      </p:sp>
      <p:sp>
        <p:nvSpPr>
          <p:cNvPr id="52" name="同心圆 51">
            <a:extLst>
              <a:ext uri="{FF2B5EF4-FFF2-40B4-BE49-F238E27FC236}">
                <a16:creationId xmlns:a16="http://schemas.microsoft.com/office/drawing/2014/main" id="{6F77C15C-DB8A-41B2-9D14-7D8F7BC7C821}"/>
              </a:ext>
            </a:extLst>
          </p:cNvPr>
          <p:cNvSpPr/>
          <p:nvPr/>
        </p:nvSpPr>
        <p:spPr bwMode="auto">
          <a:xfrm>
            <a:off x="7993348" y="-56362"/>
            <a:ext cx="130189" cy="128602"/>
          </a:xfrm>
          <a:prstGeom prst="don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481903" eaLnBrk="1" hangingPunct="1">
              <a:defRPr/>
            </a:pPr>
            <a:endParaRPr lang="zh-CN" altLang="en-US">
              <a:ea typeface="標楷體" pitchFamily="65" charset="-120"/>
            </a:endParaRPr>
          </a:p>
        </p:txBody>
      </p:sp>
      <p:sp>
        <p:nvSpPr>
          <p:cNvPr id="53" name="同心圆 52">
            <a:extLst>
              <a:ext uri="{FF2B5EF4-FFF2-40B4-BE49-F238E27FC236}">
                <a16:creationId xmlns:a16="http://schemas.microsoft.com/office/drawing/2014/main" id="{8B6C956B-DFEB-431B-9847-5BB21B3ADBF7}"/>
              </a:ext>
            </a:extLst>
          </p:cNvPr>
          <p:cNvSpPr/>
          <p:nvPr/>
        </p:nvSpPr>
        <p:spPr bwMode="auto">
          <a:xfrm>
            <a:off x="2627801" y="-56362"/>
            <a:ext cx="130190" cy="128602"/>
          </a:xfrm>
          <a:prstGeom prst="don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481903" eaLnBrk="1" hangingPunct="1">
              <a:defRPr/>
            </a:pPr>
            <a:endParaRPr lang="zh-CN" altLang="en-US">
              <a:ea typeface="標楷體" pitchFamily="65" charset="-120"/>
            </a:endParaRPr>
          </a:p>
        </p:txBody>
      </p:sp>
      <p:sp>
        <p:nvSpPr>
          <p:cNvPr id="54" name="同心圆 53">
            <a:extLst>
              <a:ext uri="{FF2B5EF4-FFF2-40B4-BE49-F238E27FC236}">
                <a16:creationId xmlns:a16="http://schemas.microsoft.com/office/drawing/2014/main" id="{B028B52E-0BDF-4DF5-89C6-CAE20280DB80}"/>
              </a:ext>
            </a:extLst>
          </p:cNvPr>
          <p:cNvSpPr/>
          <p:nvPr/>
        </p:nvSpPr>
        <p:spPr bwMode="auto">
          <a:xfrm>
            <a:off x="8029071" y="14310509"/>
            <a:ext cx="130189" cy="128602"/>
          </a:xfrm>
          <a:prstGeom prst="don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481903" eaLnBrk="1" hangingPunct="1">
              <a:defRPr/>
            </a:pPr>
            <a:endParaRPr lang="zh-CN" altLang="en-US">
              <a:ea typeface="標楷體" pitchFamily="65" charset="-120"/>
            </a:endParaRPr>
          </a:p>
        </p:txBody>
      </p:sp>
      <p:sp>
        <p:nvSpPr>
          <p:cNvPr id="55" name="同心圆 54">
            <a:extLst>
              <a:ext uri="{FF2B5EF4-FFF2-40B4-BE49-F238E27FC236}">
                <a16:creationId xmlns:a16="http://schemas.microsoft.com/office/drawing/2014/main" id="{3E112334-E776-40B9-BAF6-C1627E47E4A7}"/>
              </a:ext>
            </a:extLst>
          </p:cNvPr>
          <p:cNvSpPr/>
          <p:nvPr/>
        </p:nvSpPr>
        <p:spPr bwMode="auto">
          <a:xfrm>
            <a:off x="2627801" y="14295426"/>
            <a:ext cx="130190" cy="128602"/>
          </a:xfrm>
          <a:prstGeom prst="don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481903" eaLnBrk="1" hangingPunct="1">
              <a:defRPr/>
            </a:pPr>
            <a:endParaRPr lang="zh-CN" altLang="en-US">
              <a:ea typeface="標楷體" pitchFamily="65" charset="-120"/>
            </a:endParaRPr>
          </a:p>
        </p:txBody>
      </p:sp>
      <p:sp>
        <p:nvSpPr>
          <p:cNvPr id="59" name="Rectangle 2170">
            <a:extLst>
              <a:ext uri="{FF2B5EF4-FFF2-40B4-BE49-F238E27FC236}">
                <a16:creationId xmlns:a16="http://schemas.microsoft.com/office/drawing/2014/main" id="{7F427A50-43F9-4036-8B0D-9B276F879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2495" y="3550486"/>
            <a:ext cx="1394332" cy="470584"/>
          </a:xfrm>
          <a:prstGeom prst="rect">
            <a:avLst/>
          </a:prstGeom>
          <a:solidFill>
            <a:srgbClr val="E8F6FE"/>
          </a:solidFill>
          <a:ln w="9525">
            <a:solidFill>
              <a:srgbClr val="FFCC00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</p:spPr>
        <p:txBody>
          <a:bodyPr lIns="101408" tIns="50704" rIns="101408" bIns="50704"/>
          <a:lstStyle/>
          <a:p>
            <a:r>
              <a:rPr lang="en-US" altLang="zh-CN" sz="2400" b="1" dirty="0"/>
              <a:t>1D-CNN</a:t>
            </a:r>
          </a:p>
        </p:txBody>
      </p:sp>
      <p:sp>
        <p:nvSpPr>
          <p:cNvPr id="61" name="Rectangle 2170">
            <a:extLst>
              <a:ext uri="{FF2B5EF4-FFF2-40B4-BE49-F238E27FC236}">
                <a16:creationId xmlns:a16="http://schemas.microsoft.com/office/drawing/2014/main" id="{F6E04E14-2D42-4357-A97F-BB60979E2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939" y="3596022"/>
            <a:ext cx="2221365" cy="454816"/>
          </a:xfrm>
          <a:prstGeom prst="rect">
            <a:avLst/>
          </a:prstGeom>
          <a:solidFill>
            <a:srgbClr val="E8F6FE"/>
          </a:solidFill>
          <a:ln w="9525">
            <a:solidFill>
              <a:srgbClr val="FFCC00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</p:spPr>
        <p:txBody>
          <a:bodyPr lIns="101408" tIns="50704" rIns="101408" bIns="50704"/>
          <a:lstStyle/>
          <a:p>
            <a:r>
              <a:rPr lang="en-US" altLang="zh-CN" sz="2000" b="1" dirty="0">
                <a:latin typeface="Palatino Linotype" pitchFamily="18" charset="0"/>
              </a:rPr>
              <a:t>Data Preparation</a:t>
            </a:r>
          </a:p>
        </p:txBody>
      </p:sp>
      <p:sp>
        <p:nvSpPr>
          <p:cNvPr id="66" name="Rectangle 2170">
            <a:extLst>
              <a:ext uri="{FF2B5EF4-FFF2-40B4-BE49-F238E27FC236}">
                <a16:creationId xmlns:a16="http://schemas.microsoft.com/office/drawing/2014/main" id="{446211D0-B9BC-4329-AD3E-49FD57372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928" y="9068252"/>
            <a:ext cx="1573732" cy="581713"/>
          </a:xfrm>
          <a:prstGeom prst="rect">
            <a:avLst/>
          </a:prstGeom>
          <a:solidFill>
            <a:srgbClr val="E8F6FE"/>
          </a:solidFill>
          <a:ln w="9525">
            <a:solidFill>
              <a:srgbClr val="FFCC00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</p:spPr>
        <p:txBody>
          <a:bodyPr lIns="101408" tIns="50704" rIns="101408" bIns="50704"/>
          <a:lstStyle/>
          <a:p>
            <a:r>
              <a:rPr lang="en-US" altLang="zh-CN" sz="3200" dirty="0">
                <a:latin typeface="Palatino Linotype" pitchFamily="18" charset="0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686" y="1725039"/>
            <a:ext cx="1712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dirty="0"/>
              <a:t>ICARCE 2024</a:t>
            </a:r>
          </a:p>
          <a:p>
            <a:pPr algn="ctr"/>
            <a:r>
              <a:rPr lang="en-US" altLang="zh-CN" sz="1200" dirty="0"/>
              <a:t>Online, 17-18 Dec. 2024</a:t>
            </a:r>
            <a:endParaRPr lang="zh-CN" alt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9D904B-9282-389C-8529-FA100B2BD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27" y="864844"/>
            <a:ext cx="805561" cy="8262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D35B4B-4FF6-0976-4652-E8D3FFE01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055" y="1249711"/>
            <a:ext cx="1156376" cy="115637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5436C6CC-1981-49C1-B0F9-C9302F0E4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72" y="4359071"/>
            <a:ext cx="3671203" cy="19879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41503A2-5515-475F-9FC8-9E8B77487A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695" y="6512544"/>
            <a:ext cx="4697736" cy="219091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D5BEF11-7716-4622-9A80-92E661E87C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932" y="10588149"/>
            <a:ext cx="4200124" cy="317766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EBCADFF-E052-445D-BA2B-0BFD598E14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559" y="4314018"/>
            <a:ext cx="4841972" cy="168653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F4FB257-5086-4849-BC6A-5FC3B7D5A2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660" y="10586948"/>
            <a:ext cx="4106995" cy="316502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58E7AA7-72E2-4FCB-939F-863389A0B4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043" y="6775713"/>
            <a:ext cx="3745083" cy="197988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18257E1-96F7-42FF-BD34-9E2148592F6A}"/>
              </a:ext>
            </a:extLst>
          </p:cNvPr>
          <p:cNvSpPr/>
          <p:nvPr/>
        </p:nvSpPr>
        <p:spPr>
          <a:xfrm>
            <a:off x="1921617" y="6342762"/>
            <a:ext cx="12153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altLang="zh-HK" sz="1400" dirty="0">
                <a:ea typeface="SimSun" panose="02010600030101010101" pitchFamily="2" charset="-122"/>
              </a:rPr>
              <a:t>Pattern of fall</a:t>
            </a:r>
            <a:endParaRPr lang="zh-TW" altLang="zh-HK" sz="1400" dirty="0">
              <a:ea typeface="SimSun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DB274C-F3ED-48D4-B980-D415BA7E399B}"/>
              </a:ext>
            </a:extLst>
          </p:cNvPr>
          <p:cNvSpPr/>
          <p:nvPr/>
        </p:nvSpPr>
        <p:spPr>
          <a:xfrm>
            <a:off x="1739637" y="8840113"/>
            <a:ext cx="19156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400" dirty="0">
                <a:ea typeface="SimSun" panose="02010600030101010101" pitchFamily="2" charset="-122"/>
              </a:rPr>
              <a:t>Abnormal data in ADLs</a:t>
            </a:r>
            <a:endParaRPr lang="zh-HK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39A66C-6583-46F0-9D5F-3A6E455A90DA}"/>
              </a:ext>
            </a:extLst>
          </p:cNvPr>
          <p:cNvSpPr/>
          <p:nvPr/>
        </p:nvSpPr>
        <p:spPr>
          <a:xfrm>
            <a:off x="6794644" y="5957096"/>
            <a:ext cx="18501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spcBef>
                <a:spcPts val="400"/>
              </a:spcBef>
              <a:spcAft>
                <a:spcPts val="1000"/>
              </a:spcAft>
              <a:buSzPts val="800"/>
              <a:tabLst>
                <a:tab pos="338455" algn="l"/>
              </a:tabLst>
            </a:pPr>
            <a:r>
              <a:rPr lang="en-US" altLang="zh-HK" sz="1400" dirty="0">
                <a:ea typeface="SimSun" panose="02010600030101010101" pitchFamily="2" charset="-122"/>
              </a:rPr>
              <a:t>Convolution operation</a:t>
            </a:r>
            <a:endParaRPr lang="zh-TW" altLang="zh-HK" sz="1400" dirty="0">
              <a:ea typeface="SimSun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387435-3F6E-46FA-9B83-47412E3E4B09}"/>
              </a:ext>
            </a:extLst>
          </p:cNvPr>
          <p:cNvSpPr/>
          <p:nvPr/>
        </p:nvSpPr>
        <p:spPr>
          <a:xfrm>
            <a:off x="7217535" y="8788719"/>
            <a:ext cx="14959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400" dirty="0">
                <a:ea typeface="SimSun" panose="02010600030101010101" pitchFamily="2" charset="-122"/>
              </a:rPr>
              <a:t>Flow </a:t>
            </a:r>
            <a:r>
              <a:rPr lang="en-US" altLang="zh-HK" sz="1400">
                <a:ea typeface="SimSun" panose="02010600030101010101" pitchFamily="2" charset="-122"/>
              </a:rPr>
              <a:t>of 1D-CNN</a:t>
            </a:r>
            <a:endParaRPr lang="zh-HK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97766F-C934-4C18-A021-8C732B835FBA}"/>
              </a:ext>
            </a:extLst>
          </p:cNvPr>
          <p:cNvSpPr/>
          <p:nvPr/>
        </p:nvSpPr>
        <p:spPr>
          <a:xfrm>
            <a:off x="1985552" y="13698449"/>
            <a:ext cx="25057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400" dirty="0">
                <a:ea typeface="SimSun" panose="02010600030101010101" pitchFamily="2" charset="-122"/>
              </a:rPr>
              <a:t>Boxplot of different kernel sizes</a:t>
            </a:r>
            <a:endParaRPr lang="zh-HK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AC39D0-F80C-44D7-862F-493F633D195C}"/>
              </a:ext>
            </a:extLst>
          </p:cNvPr>
          <p:cNvSpPr/>
          <p:nvPr/>
        </p:nvSpPr>
        <p:spPr>
          <a:xfrm>
            <a:off x="6692477" y="13698448"/>
            <a:ext cx="28664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1400" dirty="0">
                <a:ea typeface="SimSun" panose="02010600030101010101" pitchFamily="2" charset="-122"/>
              </a:rPr>
              <a:t>Boxplot of different number of filters</a:t>
            </a:r>
            <a:endParaRPr lang="zh-HK" altLang="en-US" dirty="0"/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5DFC736A-7FAD-43C2-BAE3-DC6A28933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069593"/>
              </p:ext>
            </p:extLst>
          </p:nvPr>
        </p:nvGraphicFramePr>
        <p:xfrm>
          <a:off x="1800786" y="9919100"/>
          <a:ext cx="7291353" cy="644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3784">
                  <a:extLst>
                    <a:ext uri="{9D8B030D-6E8A-4147-A177-3AD203B41FA5}">
                      <a16:colId xmlns:a16="http://schemas.microsoft.com/office/drawing/2014/main" val="1599186906"/>
                    </a:ext>
                  </a:extLst>
                </a:gridCol>
                <a:gridCol w="944347">
                  <a:extLst>
                    <a:ext uri="{9D8B030D-6E8A-4147-A177-3AD203B41FA5}">
                      <a16:colId xmlns:a16="http://schemas.microsoft.com/office/drawing/2014/main" val="1797276829"/>
                    </a:ext>
                  </a:extLst>
                </a:gridCol>
                <a:gridCol w="1174635">
                  <a:extLst>
                    <a:ext uri="{9D8B030D-6E8A-4147-A177-3AD203B41FA5}">
                      <a16:colId xmlns:a16="http://schemas.microsoft.com/office/drawing/2014/main" val="3937345102"/>
                    </a:ext>
                  </a:extLst>
                </a:gridCol>
                <a:gridCol w="944347">
                  <a:extLst>
                    <a:ext uri="{9D8B030D-6E8A-4147-A177-3AD203B41FA5}">
                      <a16:colId xmlns:a16="http://schemas.microsoft.com/office/drawing/2014/main" val="3411293573"/>
                    </a:ext>
                  </a:extLst>
                </a:gridCol>
                <a:gridCol w="944347">
                  <a:extLst>
                    <a:ext uri="{9D8B030D-6E8A-4147-A177-3AD203B41FA5}">
                      <a16:colId xmlns:a16="http://schemas.microsoft.com/office/drawing/2014/main" val="2848684883"/>
                    </a:ext>
                  </a:extLst>
                </a:gridCol>
                <a:gridCol w="1409893">
                  <a:extLst>
                    <a:ext uri="{9D8B030D-6E8A-4147-A177-3AD203B41FA5}">
                      <a16:colId xmlns:a16="http://schemas.microsoft.com/office/drawing/2014/main" val="3685633690"/>
                    </a:ext>
                  </a:extLst>
                </a:gridCol>
              </a:tblGrid>
              <a:tr h="2832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Algorithm</a:t>
                      </a:r>
                      <a:endParaRPr lang="zh-TW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3NN</a:t>
                      </a:r>
                      <a:endParaRPr lang="zh-TW" sz="1100" b="1" i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10NN</a:t>
                      </a:r>
                      <a:endParaRPr lang="zh-TW" sz="11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SVM</a:t>
                      </a:r>
                      <a:endParaRPr lang="zh-TW" sz="11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DT</a:t>
                      </a:r>
                      <a:endParaRPr lang="zh-TW" sz="11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1D-CNN</a:t>
                      </a:r>
                      <a:endParaRPr lang="zh-TW" sz="1100" b="1" i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4186057334"/>
                  </a:ext>
                </a:extLst>
              </a:tr>
              <a:tr h="36133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Accuracy (%)</a:t>
                      </a:r>
                      <a:endParaRPr lang="zh-TW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94.3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92.5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92.0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88.6</a:t>
                      </a:r>
                      <a:endParaRPr lang="zh-TW" sz="12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94.0</a:t>
                      </a:r>
                      <a:endParaRPr lang="zh-TW" sz="12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ctr" anchorCtr="1"/>
                </a:tc>
                <a:extLst>
                  <a:ext uri="{0D108BD9-81ED-4DB2-BD59-A6C34878D82A}">
                    <a16:rowId xmlns:a16="http://schemas.microsoft.com/office/drawing/2014/main" val="36009411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Sakura">
  <a:themeElements>
    <a:clrScheme name="Sakura 1">
      <a:dk1>
        <a:srgbClr val="463634"/>
      </a:dk1>
      <a:lt1>
        <a:srgbClr val="AA947E"/>
      </a:lt1>
      <a:dk2>
        <a:srgbClr val="795241"/>
      </a:dk2>
      <a:lt2>
        <a:srgbClr val="000000"/>
      </a:lt2>
      <a:accent1>
        <a:srgbClr val="F9DBD3"/>
      </a:accent1>
      <a:accent2>
        <a:srgbClr val="DACA9C"/>
      </a:accent2>
      <a:accent3>
        <a:srgbClr val="D2C8C0"/>
      </a:accent3>
      <a:accent4>
        <a:srgbClr val="3A2D2B"/>
      </a:accent4>
      <a:accent5>
        <a:srgbClr val="FBEAE6"/>
      </a:accent5>
      <a:accent6>
        <a:srgbClr val="C5B78D"/>
      </a:accent6>
      <a:hlink>
        <a:srgbClr val="393A18"/>
      </a:hlink>
      <a:folHlink>
        <a:srgbClr val="560000"/>
      </a:folHlink>
    </a:clrScheme>
    <a:fontScheme name="Sakura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636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636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Sakura 1">
        <a:dk1>
          <a:srgbClr val="463634"/>
        </a:dk1>
        <a:lt1>
          <a:srgbClr val="AA947E"/>
        </a:lt1>
        <a:dk2>
          <a:srgbClr val="795241"/>
        </a:dk2>
        <a:lt2>
          <a:srgbClr val="000000"/>
        </a:lt2>
        <a:accent1>
          <a:srgbClr val="F9DBD3"/>
        </a:accent1>
        <a:accent2>
          <a:srgbClr val="DACA9C"/>
        </a:accent2>
        <a:accent3>
          <a:srgbClr val="D2C8C0"/>
        </a:accent3>
        <a:accent4>
          <a:srgbClr val="3A2D2B"/>
        </a:accent4>
        <a:accent5>
          <a:srgbClr val="FBEAE6"/>
        </a:accent5>
        <a:accent6>
          <a:srgbClr val="C5B78D"/>
        </a:accent6>
        <a:hlink>
          <a:srgbClr val="393A18"/>
        </a:hlink>
        <a:folHlink>
          <a:srgbClr val="56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kura 2">
        <a:dk1>
          <a:srgbClr val="463634"/>
        </a:dk1>
        <a:lt1>
          <a:srgbClr val="FFFFCC"/>
        </a:lt1>
        <a:dk2>
          <a:srgbClr val="795241"/>
        </a:dk2>
        <a:lt2>
          <a:srgbClr val="000000"/>
        </a:lt2>
        <a:accent1>
          <a:srgbClr val="F9DBD3"/>
        </a:accent1>
        <a:accent2>
          <a:srgbClr val="DACA9C"/>
        </a:accent2>
        <a:accent3>
          <a:srgbClr val="FFFFE2"/>
        </a:accent3>
        <a:accent4>
          <a:srgbClr val="3A2D2B"/>
        </a:accent4>
        <a:accent5>
          <a:srgbClr val="FBEAE6"/>
        </a:accent5>
        <a:accent6>
          <a:srgbClr val="C5B78D"/>
        </a:accent6>
        <a:hlink>
          <a:srgbClr val="393A18"/>
        </a:hlink>
        <a:folHlink>
          <a:srgbClr val="56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kur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Designs\Sakura.pot</Template>
  <TotalTime>6904</TotalTime>
  <Words>79</Words>
  <Application>Microsoft Office PowerPoint</Application>
  <PresentationFormat>自訂</PresentationFormat>
  <Paragraphs>31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SimSun</vt:lpstr>
      <vt:lpstr>新細明體</vt:lpstr>
      <vt:lpstr>標楷體</vt:lpstr>
      <vt:lpstr>Arial</vt:lpstr>
      <vt:lpstr>Palatino Linotype</vt:lpstr>
      <vt:lpstr>Times New Roman</vt:lpstr>
      <vt:lpstr>Wingdings</vt:lpstr>
      <vt:lpstr>Sakura</vt:lpstr>
      <vt:lpstr>Fall Detection by 1D-CNN based on Public Dataset Using a Wrist-worn Smartwatch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5555555555555555</dc:title>
  <dc:creator>KOMAZU</dc:creator>
  <cp:lastModifiedBy>LI SONGSHENG, SONG</cp:lastModifiedBy>
  <cp:revision>859</cp:revision>
  <cp:lastPrinted>2002-03-27T11:30:05Z</cp:lastPrinted>
  <dcterms:created xsi:type="dcterms:W3CDTF">2001-11-06T12:26:33Z</dcterms:created>
  <dcterms:modified xsi:type="dcterms:W3CDTF">2024-12-04T07:18:39Z</dcterms:modified>
</cp:coreProperties>
</file>