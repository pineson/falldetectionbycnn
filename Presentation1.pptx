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>
        <p:scale>
          <a:sx n="100" d="100"/>
          <a:sy n="100" d="100"/>
        </p:scale>
        <p:origin x="234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1FF0D-B28B-B5A7-950A-7DA956E6B9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DF2A22-2826-018C-9F70-EF96D079DF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A418E9-B5FC-8CD7-6A4B-0C36586BF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4A2F0C-9E69-8561-7CEB-421FD8964D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BBAD89-BEC6-7A43-80E3-B40ABCFC4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3463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134B38-59B8-8AD2-7C9B-EEB70AE2F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3653AF-D3FA-F922-4AF3-931A602FE3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71129-B53C-7803-58B1-F46A566465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C89AEC-CDDC-E909-9B00-47DB3E01F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D52C1D-2EAF-4DBE-454A-AB7271CA3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39364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0C4AE-779F-4615-AE94-9EBC436035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1C9C8-0161-D10E-CE18-66CFF7026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0B8866-2291-4967-4EE1-0DBA02003F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D76FF-3FB6-B7E1-5CD4-0D49F88E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13C9BF-307B-885B-8E1B-ED201C39F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1938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3791D-8C99-58F8-1DBB-EF7D97965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83D6D4-5745-EBD6-EB7E-B66877A5FA1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1366FF-8BD4-BBE4-B6B6-CBF52CC5089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BAAFAB-88B1-D03B-CA9C-A00605A4B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AB42DE-2749-23D2-6500-AAED89CA9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23AD65-D7BD-21BC-4C09-847687374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7909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EF733-F59B-C352-7AAE-FC8A5AF4F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395E6-735E-3495-F100-C69C9EA4FD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6FF3AB-ADA8-A93C-9A14-7FD7EADFE5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F0E97D-24E8-7DD4-A0C3-971E009E33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4E5813-F155-D5FC-E6F7-2F85BF0F05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51C5DF-7B02-52FC-7140-38202634C2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11/18/2024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50FE84F-1BA8-1424-E263-E50F7815FE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01550C-E7C2-A31B-0BFD-662083A2E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9658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E85104-9298-C040-5503-463F728032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A749111-3070-23A6-F95B-E8B589487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11/18/2024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6E8A91-C965-F7F8-1625-9E702963F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B942D1-3199-F1C6-4520-66BCEFCE5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5959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DE3299-71E2-A73F-6CEF-6BE6F2E35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11/18/2024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DAE37A-87A5-FB1F-15F8-0A522973B7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1BF4F2-9176-5DBE-189A-C78DAF56B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6653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BAC984-1BC4-0451-12BB-E00CCEDA8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98A8C-B30A-DCCE-7612-09240831FF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860062-BB2E-EA1A-5D69-20523BE4A9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760C42-8163-C7A0-BCB2-5A8EF2DA8A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E3341FB-3AAC-AEE3-8FD5-A452A4A5C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E0AE40-C3A1-2401-F991-AD42535C4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608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60000-A620-68C0-F002-2ECFA49CE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46D11AA-F0F3-5CD1-32BA-78F1CE293F6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20158A-8E18-BC21-5D1A-CF08C7A194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FC4FB4-A0BE-FAD7-7C38-71E3C9C1A1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11/18/2024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978F0E-5D4F-ED9E-4CCE-DA69699FB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6EACAC-5030-D832-736C-695F73033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0831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D3655-E963-C1CF-8506-910ACE6B83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997A24-C3AA-AE1D-51EF-84758F863E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195E78-9154-5884-C347-09F40CB94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2FD159-49D4-0F96-B6FF-5D689EF50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4B3136-058E-7004-C541-04C303D912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4438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D8D4AEB-C9F8-64B5-CF05-AFB8B868DA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925333-C087-0EF2-4637-A267408302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BE83AD-94A3-FA07-9BF3-2940CBD7EE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FC01E-52E7-E248-9225-B6E184C589D0}" type="datetimeFigureOut">
              <a:rPr lang="en-US" smtClean="0"/>
              <a:t>11/18/2024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3FA98C-FC31-187F-85DA-5824C86B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D3CC70-AB50-CF64-CB43-298F1543C1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6939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DB07334-A423-4E5B-7363-A2C42F68B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D97AF7-317A-C879-3530-203F0582AE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A5A74C-98B7-8B5E-4A58-E3177F626B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D0FC01E-52E7-E248-9225-B6E184C589D0}" type="datetimeFigureOut">
              <a:rPr lang="en-US" smtClean="0"/>
              <a:t>11/18/2024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1425E-5C8C-6F85-9FF2-622FA33A10D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7474C-FB2B-D6D8-6A6E-3C2FDDED93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05D22A8-84CC-9743-930B-6BC6D077064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4500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42F86-FB93-7CCD-157B-DA97B6B817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86B93A9-495D-EC63-B9C9-15D7645C898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20674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B30429F8-54CB-B662-0AE8-8157977BA32C}"/>
              </a:ext>
            </a:extLst>
          </p:cNvPr>
          <p:cNvGrpSpPr/>
          <p:nvPr/>
        </p:nvGrpSpPr>
        <p:grpSpPr>
          <a:xfrm>
            <a:off x="570614" y="1061631"/>
            <a:ext cx="6096000" cy="3416300"/>
            <a:chOff x="3048000" y="1720850"/>
            <a:chExt cx="6096000" cy="3416300"/>
          </a:xfrm>
        </p:grpSpPr>
        <p:pic>
          <p:nvPicPr>
            <p:cNvPr id="5" name="Picture 4" descr="A graph with a line&#10;&#10;Description automatically generated">
              <a:extLst>
                <a:ext uri="{FF2B5EF4-FFF2-40B4-BE49-F238E27FC236}">
                  <a16:creationId xmlns:a16="http://schemas.microsoft.com/office/drawing/2014/main" id="{8872B2B7-CC18-FCFB-EA4A-523908BAE5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048000" y="1720850"/>
              <a:ext cx="6096000" cy="3416300"/>
            </a:xfrm>
            <a:prstGeom prst="rect">
              <a:avLst/>
            </a:prstGeom>
          </p:spPr>
        </p:pic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C93AF5E-B824-328C-CEB9-F00B6A6BD5FA}"/>
                </a:ext>
              </a:extLst>
            </p:cNvPr>
            <p:cNvSpPr/>
            <p:nvPr/>
          </p:nvSpPr>
          <p:spPr>
            <a:xfrm>
              <a:off x="5730949" y="4593265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D002D74-0EFE-A5BE-777F-1F6EB2DF001C}"/>
                </a:ext>
              </a:extLst>
            </p:cNvPr>
            <p:cNvSpPr/>
            <p:nvPr/>
          </p:nvSpPr>
          <p:spPr>
            <a:xfrm>
              <a:off x="6096000" y="2076893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C4F295F8-3C9B-8D15-26D1-901F1B768FB9}"/>
                </a:ext>
              </a:extLst>
            </p:cNvPr>
            <p:cNvCxnSpPr/>
            <p:nvPr/>
          </p:nvCxnSpPr>
          <p:spPr>
            <a:xfrm>
              <a:off x="3487479" y="4401879"/>
              <a:ext cx="5411972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86A11F2-80B7-206C-040C-E4C88F2C4F7A}"/>
              </a:ext>
            </a:extLst>
          </p:cNvPr>
          <p:cNvGrpSpPr/>
          <p:nvPr/>
        </p:nvGrpSpPr>
        <p:grpSpPr>
          <a:xfrm>
            <a:off x="4729863" y="3296093"/>
            <a:ext cx="6007100" cy="3416300"/>
            <a:chOff x="4729863" y="3296093"/>
            <a:chExt cx="6007100" cy="341630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7AADB315-0CAF-A769-456B-18E10448D06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729863" y="3296093"/>
              <a:ext cx="6007100" cy="3416300"/>
            </a:xfrm>
            <a:prstGeom prst="rect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B074E45-3454-9ECD-5FF4-38E914198318}"/>
                </a:ext>
              </a:extLst>
            </p:cNvPr>
            <p:cNvSpPr/>
            <p:nvPr/>
          </p:nvSpPr>
          <p:spPr>
            <a:xfrm>
              <a:off x="7329377" y="6170428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DA84282-21EB-C592-8F4C-C57AC4E6F2DA}"/>
                </a:ext>
              </a:extLst>
            </p:cNvPr>
            <p:cNvSpPr/>
            <p:nvPr/>
          </p:nvSpPr>
          <p:spPr>
            <a:xfrm>
              <a:off x="7712147" y="3627328"/>
              <a:ext cx="202018" cy="170121"/>
            </a:xfrm>
            <a:prstGeom prst="ellipse">
              <a:avLst/>
            </a:prstGeom>
            <a:noFill/>
            <a:ln w="9525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accent2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21D8E0D-E30B-461D-7619-011B9C85A277}"/>
                </a:ext>
              </a:extLst>
            </p:cNvPr>
            <p:cNvCxnSpPr/>
            <p:nvPr/>
          </p:nvCxnSpPr>
          <p:spPr>
            <a:xfrm>
              <a:off x="5107170" y="5979042"/>
              <a:ext cx="5411972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683295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C93A6D5B-A69F-4656-B6B6-8AF0E1FC21A0}"/>
              </a:ext>
            </a:extLst>
          </p:cNvPr>
          <p:cNvPicPr preferRelativeResize="0"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2142837" y="1224015"/>
            <a:ext cx="1496152" cy="1475313"/>
          </a:xfrm>
          <a:prstGeom prst="rect">
            <a:avLst/>
          </a:prstGeom>
        </p:spPr>
      </p:pic>
      <p:grpSp>
        <p:nvGrpSpPr>
          <p:cNvPr id="23" name="群組 22">
            <a:extLst>
              <a:ext uri="{FF2B5EF4-FFF2-40B4-BE49-F238E27FC236}">
                <a16:creationId xmlns:a16="http://schemas.microsoft.com/office/drawing/2014/main" id="{2EC3CF09-606A-41E8-BDAD-BB4954084973}"/>
              </a:ext>
            </a:extLst>
          </p:cNvPr>
          <p:cNvGrpSpPr/>
          <p:nvPr/>
        </p:nvGrpSpPr>
        <p:grpSpPr>
          <a:xfrm>
            <a:off x="4418666" y="1224015"/>
            <a:ext cx="1524622" cy="1395536"/>
            <a:chOff x="3648363" y="1953687"/>
            <a:chExt cx="1524622" cy="1395536"/>
          </a:xfrm>
        </p:grpSpPr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9BE9D09C-2989-45A1-88F3-1DC4C236161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24697" b="25417"/>
            <a:stretch/>
          </p:blipFill>
          <p:spPr>
            <a:xfrm>
              <a:off x="3648363" y="1953687"/>
              <a:ext cx="979055" cy="969686"/>
            </a:xfrm>
            <a:prstGeom prst="rect">
              <a:avLst/>
            </a:prstGeom>
          </p:spPr>
        </p:pic>
        <p:pic>
          <p:nvPicPr>
            <p:cNvPr id="13" name="圖片 12">
              <a:extLst>
                <a:ext uri="{FF2B5EF4-FFF2-40B4-BE49-F238E27FC236}">
                  <a16:creationId xmlns:a16="http://schemas.microsoft.com/office/drawing/2014/main" id="{C281E78A-7E2E-4B24-A5DF-7EF7331F317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757956" y="2036114"/>
              <a:ext cx="981541" cy="975445"/>
            </a:xfrm>
            <a:prstGeom prst="rect">
              <a:avLst/>
            </a:prstGeom>
          </p:spPr>
        </p:pic>
        <p:pic>
          <p:nvPicPr>
            <p:cNvPr id="14" name="圖片 13">
              <a:extLst>
                <a:ext uri="{FF2B5EF4-FFF2-40B4-BE49-F238E27FC236}">
                  <a16:creationId xmlns:a16="http://schemas.microsoft.com/office/drawing/2014/main" id="{655B1F52-A864-4570-993D-1E715A0C378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867549" y="2118541"/>
              <a:ext cx="981541" cy="975445"/>
            </a:xfrm>
            <a:prstGeom prst="rect">
              <a:avLst/>
            </a:prstGeom>
          </p:spPr>
        </p:pic>
        <p:pic>
          <p:nvPicPr>
            <p:cNvPr id="15" name="圖片 14">
              <a:extLst>
                <a:ext uri="{FF2B5EF4-FFF2-40B4-BE49-F238E27FC236}">
                  <a16:creationId xmlns:a16="http://schemas.microsoft.com/office/drawing/2014/main" id="{6F81EE84-91D7-4528-B3AA-511137C5537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977142" y="2203620"/>
              <a:ext cx="981541" cy="975445"/>
            </a:xfrm>
            <a:prstGeom prst="rect">
              <a:avLst/>
            </a:prstGeom>
          </p:spPr>
        </p:pic>
        <p:pic>
          <p:nvPicPr>
            <p:cNvPr id="16" name="圖片 15">
              <a:extLst>
                <a:ext uri="{FF2B5EF4-FFF2-40B4-BE49-F238E27FC236}">
                  <a16:creationId xmlns:a16="http://schemas.microsoft.com/office/drawing/2014/main" id="{D15EDF46-8293-4253-BB12-FFDB0A2F824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86735" y="2288699"/>
              <a:ext cx="981541" cy="975445"/>
            </a:xfrm>
            <a:prstGeom prst="rect">
              <a:avLst/>
            </a:prstGeom>
          </p:spPr>
        </p:pic>
        <p:pic>
          <p:nvPicPr>
            <p:cNvPr id="17" name="圖片 16">
              <a:extLst>
                <a:ext uri="{FF2B5EF4-FFF2-40B4-BE49-F238E27FC236}">
                  <a16:creationId xmlns:a16="http://schemas.microsoft.com/office/drawing/2014/main" id="{2842978E-0583-48ED-9822-36C5900F27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191444" y="2373778"/>
              <a:ext cx="981541" cy="975445"/>
            </a:xfrm>
            <a:prstGeom prst="rect">
              <a:avLst/>
            </a:prstGeom>
          </p:spPr>
        </p:pic>
      </p:grpSp>
      <p:grpSp>
        <p:nvGrpSpPr>
          <p:cNvPr id="24" name="群組 23">
            <a:extLst>
              <a:ext uri="{FF2B5EF4-FFF2-40B4-BE49-F238E27FC236}">
                <a16:creationId xmlns:a16="http://schemas.microsoft.com/office/drawing/2014/main" id="{55294A14-C7A5-4C54-A992-B1EAE499BDA8}"/>
              </a:ext>
            </a:extLst>
          </p:cNvPr>
          <p:cNvGrpSpPr/>
          <p:nvPr/>
        </p:nvGrpSpPr>
        <p:grpSpPr>
          <a:xfrm>
            <a:off x="6508492" y="1537362"/>
            <a:ext cx="954812" cy="914741"/>
            <a:chOff x="6642592" y="2425096"/>
            <a:chExt cx="954812" cy="914741"/>
          </a:xfrm>
        </p:grpSpPr>
        <p:pic>
          <p:nvPicPr>
            <p:cNvPr id="12" name="圖片 11">
              <a:extLst>
                <a:ext uri="{FF2B5EF4-FFF2-40B4-BE49-F238E27FC236}">
                  <a16:creationId xmlns:a16="http://schemas.microsoft.com/office/drawing/2014/main" id="{914FACF0-54CE-437D-B834-837CFA2C31E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r="49679" b="50080"/>
            <a:stretch/>
          </p:blipFill>
          <p:spPr>
            <a:xfrm>
              <a:off x="6642592" y="2425096"/>
              <a:ext cx="674255" cy="668890"/>
            </a:xfrm>
            <a:prstGeom prst="rect">
              <a:avLst/>
            </a:prstGeom>
          </p:spPr>
        </p:pic>
        <p:pic>
          <p:nvPicPr>
            <p:cNvPr id="19" name="圖片 18">
              <a:extLst>
                <a:ext uri="{FF2B5EF4-FFF2-40B4-BE49-F238E27FC236}">
                  <a16:creationId xmlns:a16="http://schemas.microsoft.com/office/drawing/2014/main" id="{3A6CA27A-030A-42F8-B5B0-A37E4BE9065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05116" y="2483047"/>
              <a:ext cx="670618" cy="670618"/>
            </a:xfrm>
            <a:prstGeom prst="rect">
              <a:avLst/>
            </a:prstGeom>
          </p:spPr>
        </p:pic>
        <p:pic>
          <p:nvPicPr>
            <p:cNvPr id="20" name="圖片 19">
              <a:extLst>
                <a:ext uri="{FF2B5EF4-FFF2-40B4-BE49-F238E27FC236}">
                  <a16:creationId xmlns:a16="http://schemas.microsoft.com/office/drawing/2014/main" id="{869B156A-B2EE-46C7-9329-00ABEFC237F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779006" y="2543307"/>
              <a:ext cx="670618" cy="670618"/>
            </a:xfrm>
            <a:prstGeom prst="rect">
              <a:avLst/>
            </a:prstGeom>
          </p:spPr>
        </p:pic>
        <p:pic>
          <p:nvPicPr>
            <p:cNvPr id="21" name="圖片 20">
              <a:extLst>
                <a:ext uri="{FF2B5EF4-FFF2-40B4-BE49-F238E27FC236}">
                  <a16:creationId xmlns:a16="http://schemas.microsoft.com/office/drawing/2014/main" id="{DF11FD97-F2B3-48A8-A0D9-A61EE5C7E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852896" y="2606263"/>
              <a:ext cx="670618" cy="670618"/>
            </a:xfrm>
            <a:prstGeom prst="rect">
              <a:avLst/>
            </a:prstGeom>
          </p:spPr>
        </p:pic>
        <p:pic>
          <p:nvPicPr>
            <p:cNvPr id="22" name="圖片 21">
              <a:extLst>
                <a:ext uri="{FF2B5EF4-FFF2-40B4-BE49-F238E27FC236}">
                  <a16:creationId xmlns:a16="http://schemas.microsoft.com/office/drawing/2014/main" id="{B295639C-F4F7-473F-91CD-F672D6A8539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26786" y="2669219"/>
              <a:ext cx="670618" cy="670618"/>
            </a:xfrm>
            <a:prstGeom prst="rect">
              <a:avLst/>
            </a:prstGeom>
          </p:spPr>
        </p:pic>
      </p:grpSp>
      <p:pic>
        <p:nvPicPr>
          <p:cNvPr id="25" name="圖片 24">
            <a:extLst>
              <a:ext uri="{FF2B5EF4-FFF2-40B4-BE49-F238E27FC236}">
                <a16:creationId xmlns:a16="http://schemas.microsoft.com/office/drawing/2014/main" id="{4FF51D5A-1568-4717-9F95-759F375F2B37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l="-1" r="75206"/>
          <a:stretch/>
        </p:blipFill>
        <p:spPr>
          <a:xfrm>
            <a:off x="8238812" y="1038240"/>
            <a:ext cx="166279" cy="670618"/>
          </a:xfrm>
          <a:prstGeom prst="rect">
            <a:avLst/>
          </a:prstGeom>
        </p:spPr>
      </p:pic>
      <p:pic>
        <p:nvPicPr>
          <p:cNvPr id="26" name="圖片 25">
            <a:extLst>
              <a:ext uri="{FF2B5EF4-FFF2-40B4-BE49-F238E27FC236}">
                <a16:creationId xmlns:a16="http://schemas.microsoft.com/office/drawing/2014/main" id="{0021B9F1-9128-450E-A3B8-A1DCCA3B93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9648" y="2174966"/>
            <a:ext cx="164606" cy="670618"/>
          </a:xfrm>
          <a:prstGeom prst="rect">
            <a:avLst/>
          </a:prstGeom>
        </p:spPr>
      </p:pic>
      <p:pic>
        <p:nvPicPr>
          <p:cNvPr id="27" name="圖片 26">
            <a:extLst>
              <a:ext uri="{FF2B5EF4-FFF2-40B4-BE49-F238E27FC236}">
                <a16:creationId xmlns:a16="http://schemas.microsoft.com/office/drawing/2014/main" id="{5026C78D-450B-4131-9EA1-39CC3E5EF6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58497" y="1584060"/>
            <a:ext cx="164606" cy="670618"/>
          </a:xfrm>
          <a:prstGeom prst="rect">
            <a:avLst/>
          </a:prstGeom>
        </p:spPr>
      </p:pic>
      <p:pic>
        <p:nvPicPr>
          <p:cNvPr id="28" name="圖片 27">
            <a:extLst>
              <a:ext uri="{FF2B5EF4-FFF2-40B4-BE49-F238E27FC236}">
                <a16:creationId xmlns:a16="http://schemas.microsoft.com/office/drawing/2014/main" id="{B9555DB1-3FC6-4E92-911F-32126E949ED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48355"/>
          <a:stretch/>
        </p:blipFill>
        <p:spPr>
          <a:xfrm>
            <a:off x="9426165" y="1757451"/>
            <a:ext cx="164606" cy="346341"/>
          </a:xfrm>
          <a:prstGeom prst="rect">
            <a:avLst/>
          </a:prstGeom>
        </p:spPr>
      </p:pic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6943ACD9-CCAB-49C0-8379-1D9F1C63BD5E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638989" y="1961670"/>
            <a:ext cx="779677" cy="2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76D55E2E-2E9D-45DA-A4B5-258D1A6E663B}"/>
              </a:ext>
            </a:extLst>
          </p:cNvPr>
          <p:cNvCxnSpPr/>
          <p:nvPr/>
        </p:nvCxnSpPr>
        <p:spPr>
          <a:xfrm>
            <a:off x="5943288" y="1961670"/>
            <a:ext cx="565204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直線單箭頭接點 33">
            <a:extLst>
              <a:ext uri="{FF2B5EF4-FFF2-40B4-BE49-F238E27FC236}">
                <a16:creationId xmlns:a16="http://schemas.microsoft.com/office/drawing/2014/main" id="{5214CB30-B388-405F-B222-19049A4D92BF}"/>
              </a:ext>
            </a:extLst>
          </p:cNvPr>
          <p:cNvCxnSpPr>
            <a:cxnSpLocks/>
          </p:cNvCxnSpPr>
          <p:nvPr/>
        </p:nvCxnSpPr>
        <p:spPr>
          <a:xfrm flipV="1">
            <a:off x="7233772" y="1136073"/>
            <a:ext cx="931174" cy="337875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直線單箭頭接點 35">
            <a:extLst>
              <a:ext uri="{FF2B5EF4-FFF2-40B4-BE49-F238E27FC236}">
                <a16:creationId xmlns:a16="http://schemas.microsoft.com/office/drawing/2014/main" id="{92DF8390-AC72-402B-A0FA-3FBD10D770CD}"/>
              </a:ext>
            </a:extLst>
          </p:cNvPr>
          <p:cNvCxnSpPr>
            <a:cxnSpLocks/>
          </p:cNvCxnSpPr>
          <p:nvPr/>
        </p:nvCxnSpPr>
        <p:spPr>
          <a:xfrm>
            <a:off x="6845619" y="2493199"/>
            <a:ext cx="1393193" cy="286947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直線單箭頭接點 37">
            <a:extLst>
              <a:ext uri="{FF2B5EF4-FFF2-40B4-BE49-F238E27FC236}">
                <a16:creationId xmlns:a16="http://schemas.microsoft.com/office/drawing/2014/main" id="{A692F329-BDD2-4739-8249-BCB5BB407D8A}"/>
              </a:ext>
            </a:extLst>
          </p:cNvPr>
          <p:cNvCxnSpPr/>
          <p:nvPr/>
        </p:nvCxnSpPr>
        <p:spPr>
          <a:xfrm>
            <a:off x="8404254" y="1136073"/>
            <a:ext cx="454243" cy="51950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單箭頭接點 39">
            <a:extLst>
              <a:ext uri="{FF2B5EF4-FFF2-40B4-BE49-F238E27FC236}">
                <a16:creationId xmlns:a16="http://schemas.microsoft.com/office/drawing/2014/main" id="{BA8DB398-918F-490A-AC29-8D0C01A0DED8}"/>
              </a:ext>
            </a:extLst>
          </p:cNvPr>
          <p:cNvCxnSpPr>
            <a:cxnSpLocks/>
          </p:cNvCxnSpPr>
          <p:nvPr/>
        </p:nvCxnSpPr>
        <p:spPr>
          <a:xfrm flipV="1">
            <a:off x="8404254" y="2206252"/>
            <a:ext cx="454243" cy="573894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7BBA1143-BD4E-4143-A71C-F2C0E5F7F4DC}"/>
              </a:ext>
            </a:extLst>
          </p:cNvPr>
          <p:cNvCxnSpPr/>
          <p:nvPr/>
        </p:nvCxnSpPr>
        <p:spPr>
          <a:xfrm>
            <a:off x="9023103" y="1708858"/>
            <a:ext cx="403062" cy="85306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A2627054-7607-469E-BD6E-3199A1697217}"/>
              </a:ext>
            </a:extLst>
          </p:cNvPr>
          <p:cNvCxnSpPr>
            <a:cxnSpLocks/>
          </p:cNvCxnSpPr>
          <p:nvPr/>
        </p:nvCxnSpPr>
        <p:spPr>
          <a:xfrm flipV="1">
            <a:off x="9049842" y="2053838"/>
            <a:ext cx="376323" cy="121129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直線單箭頭接點 49">
            <a:extLst>
              <a:ext uri="{FF2B5EF4-FFF2-40B4-BE49-F238E27FC236}">
                <a16:creationId xmlns:a16="http://schemas.microsoft.com/office/drawing/2014/main" id="{EDAAC9F9-CDFD-4958-8514-E4FADD87582A}"/>
              </a:ext>
            </a:extLst>
          </p:cNvPr>
          <p:cNvCxnSpPr/>
          <p:nvPr/>
        </p:nvCxnSpPr>
        <p:spPr>
          <a:xfrm>
            <a:off x="7463304" y="1961670"/>
            <a:ext cx="701642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線接點 51">
            <a:extLst>
              <a:ext uri="{FF2B5EF4-FFF2-40B4-BE49-F238E27FC236}">
                <a16:creationId xmlns:a16="http://schemas.microsoft.com/office/drawing/2014/main" id="{4B50FD37-6118-46DB-809D-4310DA977521}"/>
              </a:ext>
            </a:extLst>
          </p:cNvPr>
          <p:cNvCxnSpPr/>
          <p:nvPr/>
        </p:nvCxnSpPr>
        <p:spPr>
          <a:xfrm>
            <a:off x="8321951" y="1762351"/>
            <a:ext cx="0" cy="323273"/>
          </a:xfrm>
          <a:prstGeom prst="line">
            <a:avLst/>
          </a:prstGeom>
          <a:ln>
            <a:solidFill>
              <a:schemeClr val="bg2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線接點 54">
            <a:extLst>
              <a:ext uri="{FF2B5EF4-FFF2-40B4-BE49-F238E27FC236}">
                <a16:creationId xmlns:a16="http://schemas.microsoft.com/office/drawing/2014/main" id="{55125779-A9DA-4EF8-92A8-B3990C505561}"/>
              </a:ext>
            </a:extLst>
          </p:cNvPr>
          <p:cNvCxnSpPr>
            <a:cxnSpLocks/>
          </p:cNvCxnSpPr>
          <p:nvPr/>
        </p:nvCxnSpPr>
        <p:spPr>
          <a:xfrm flipH="1">
            <a:off x="8631375" y="1556892"/>
            <a:ext cx="4605" cy="697786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接點 57">
            <a:extLst>
              <a:ext uri="{FF2B5EF4-FFF2-40B4-BE49-F238E27FC236}">
                <a16:creationId xmlns:a16="http://schemas.microsoft.com/office/drawing/2014/main" id="{909104CF-AC02-48BA-B218-344963BFB7DA}"/>
              </a:ext>
            </a:extLst>
          </p:cNvPr>
          <p:cNvCxnSpPr>
            <a:cxnSpLocks/>
          </p:cNvCxnSpPr>
          <p:nvPr/>
        </p:nvCxnSpPr>
        <p:spPr>
          <a:xfrm>
            <a:off x="9224634" y="1816391"/>
            <a:ext cx="0" cy="223715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矩形 59">
            <a:extLst>
              <a:ext uri="{FF2B5EF4-FFF2-40B4-BE49-F238E27FC236}">
                <a16:creationId xmlns:a16="http://schemas.microsoft.com/office/drawing/2014/main" id="{8999171D-1D72-4928-A13A-ED1449677D37}"/>
              </a:ext>
            </a:extLst>
          </p:cNvPr>
          <p:cNvSpPr/>
          <p:nvPr/>
        </p:nvSpPr>
        <p:spPr>
          <a:xfrm>
            <a:off x="3663292" y="1631725"/>
            <a:ext cx="65210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HK" dirty="0"/>
              <a:t>Conv</a:t>
            </a:r>
            <a:endParaRPr lang="zh-HK" altLang="en-US" dirty="0"/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C4177E60-FF9A-4D56-9CC1-D588C4CD3168}"/>
              </a:ext>
            </a:extLst>
          </p:cNvPr>
          <p:cNvSpPr/>
          <p:nvPr/>
        </p:nvSpPr>
        <p:spPr>
          <a:xfrm>
            <a:off x="5867481" y="1647427"/>
            <a:ext cx="5952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HK" dirty="0"/>
              <a:t>Pool</a:t>
            </a:r>
            <a:endParaRPr lang="zh-HK" altLang="en-US" dirty="0"/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B611DBAE-DFCB-43B7-8590-2C8B19B7187D}"/>
              </a:ext>
            </a:extLst>
          </p:cNvPr>
          <p:cNvSpPr/>
          <p:nvPr/>
        </p:nvSpPr>
        <p:spPr>
          <a:xfrm>
            <a:off x="7392664" y="1647427"/>
            <a:ext cx="8372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HK" dirty="0"/>
              <a:t>Flatten</a:t>
            </a:r>
            <a:endParaRPr lang="zh-HK" altLang="en-US" dirty="0"/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00DAABA6-A061-4621-B471-03582849849B}"/>
              </a:ext>
            </a:extLst>
          </p:cNvPr>
          <p:cNvSpPr/>
          <p:nvPr/>
        </p:nvSpPr>
        <p:spPr>
          <a:xfrm>
            <a:off x="8940800" y="1214728"/>
            <a:ext cx="5870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HK" dirty="0"/>
              <a:t>fully</a:t>
            </a:r>
            <a:endParaRPr lang="zh-HK" altLang="en-US" dirty="0"/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2E8E738F-70A4-47DC-99BE-30E1C345C15E}"/>
              </a:ext>
            </a:extLst>
          </p:cNvPr>
          <p:cNvSpPr/>
          <p:nvPr/>
        </p:nvSpPr>
        <p:spPr>
          <a:xfrm>
            <a:off x="8639185" y="2325609"/>
            <a:ext cx="11708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HK" dirty="0"/>
              <a:t>connected</a:t>
            </a:r>
            <a:endParaRPr lang="zh-HK" altLang="en-US" dirty="0"/>
          </a:p>
        </p:txBody>
      </p:sp>
      <p:grpSp>
        <p:nvGrpSpPr>
          <p:cNvPr id="96" name="群組 95">
            <a:extLst>
              <a:ext uri="{FF2B5EF4-FFF2-40B4-BE49-F238E27FC236}">
                <a16:creationId xmlns:a16="http://schemas.microsoft.com/office/drawing/2014/main" id="{ABA1D5BD-2153-49B8-B370-22E555210ACF}"/>
              </a:ext>
            </a:extLst>
          </p:cNvPr>
          <p:cNvGrpSpPr/>
          <p:nvPr/>
        </p:nvGrpSpPr>
        <p:grpSpPr>
          <a:xfrm>
            <a:off x="2119568" y="3198587"/>
            <a:ext cx="5312604" cy="1807344"/>
            <a:chOff x="2119568" y="3198587"/>
            <a:chExt cx="5312604" cy="1807344"/>
          </a:xfrm>
        </p:grpSpPr>
        <p:pic>
          <p:nvPicPr>
            <p:cNvPr id="66" name="圖片 65">
              <a:extLst>
                <a:ext uri="{FF2B5EF4-FFF2-40B4-BE49-F238E27FC236}">
                  <a16:creationId xmlns:a16="http://schemas.microsoft.com/office/drawing/2014/main" id="{064EEE21-82DF-4DA7-B064-C7D9B164758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/>
            <a:srcRect r="87311"/>
            <a:stretch/>
          </p:blipFill>
          <p:spPr>
            <a:xfrm>
              <a:off x="2119568" y="3420993"/>
              <a:ext cx="189523" cy="1475360"/>
            </a:xfrm>
            <a:prstGeom prst="rect">
              <a:avLst/>
            </a:prstGeom>
          </p:spPr>
        </p:pic>
        <p:pic>
          <p:nvPicPr>
            <p:cNvPr id="67" name="圖片 66">
              <a:extLst>
                <a:ext uri="{FF2B5EF4-FFF2-40B4-BE49-F238E27FC236}">
                  <a16:creationId xmlns:a16="http://schemas.microsoft.com/office/drawing/2014/main" id="{4E6727BC-F0D1-4315-8149-9824F1E11B3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/>
            <a:srcRect r="-281" b="25115"/>
            <a:stretch/>
          </p:blipFill>
          <p:spPr>
            <a:xfrm>
              <a:off x="3196467" y="3420993"/>
              <a:ext cx="189522" cy="1104825"/>
            </a:xfrm>
            <a:prstGeom prst="rect">
              <a:avLst/>
            </a:prstGeom>
          </p:spPr>
        </p:pic>
        <p:pic>
          <p:nvPicPr>
            <p:cNvPr id="68" name="圖片 67">
              <a:extLst>
                <a:ext uri="{FF2B5EF4-FFF2-40B4-BE49-F238E27FC236}">
                  <a16:creationId xmlns:a16="http://schemas.microsoft.com/office/drawing/2014/main" id="{D7098F38-042D-4646-BA07-54B8DB84A6D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258459" y="3533046"/>
              <a:ext cx="188992" cy="1103472"/>
            </a:xfrm>
            <a:prstGeom prst="rect">
              <a:avLst/>
            </a:prstGeom>
          </p:spPr>
        </p:pic>
        <p:pic>
          <p:nvPicPr>
            <p:cNvPr id="69" name="圖片 68">
              <a:extLst>
                <a:ext uri="{FF2B5EF4-FFF2-40B4-BE49-F238E27FC236}">
                  <a16:creationId xmlns:a16="http://schemas.microsoft.com/office/drawing/2014/main" id="{A5508669-C0C1-4045-93CB-E239140B53E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05746" y="3645099"/>
              <a:ext cx="188992" cy="1103472"/>
            </a:xfrm>
            <a:prstGeom prst="rect">
              <a:avLst/>
            </a:prstGeom>
          </p:spPr>
        </p:pic>
        <p:pic>
          <p:nvPicPr>
            <p:cNvPr id="70" name="圖片 69">
              <a:extLst>
                <a:ext uri="{FF2B5EF4-FFF2-40B4-BE49-F238E27FC236}">
                  <a16:creationId xmlns:a16="http://schemas.microsoft.com/office/drawing/2014/main" id="{289CD3B2-28E6-4F19-9CCF-5EADC2BAC3D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371506" y="3808089"/>
              <a:ext cx="188992" cy="1103472"/>
            </a:xfrm>
            <a:prstGeom prst="rect">
              <a:avLst/>
            </a:prstGeom>
          </p:spPr>
        </p:pic>
        <p:pic>
          <p:nvPicPr>
            <p:cNvPr id="71" name="圖片 70">
              <a:extLst>
                <a:ext uri="{FF2B5EF4-FFF2-40B4-BE49-F238E27FC236}">
                  <a16:creationId xmlns:a16="http://schemas.microsoft.com/office/drawing/2014/main" id="{97680E30-4CC9-426A-A5A8-3D6472F1C8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b="33093"/>
            <a:stretch/>
          </p:blipFill>
          <p:spPr>
            <a:xfrm>
              <a:off x="4624291" y="3420993"/>
              <a:ext cx="188992" cy="738290"/>
            </a:xfrm>
            <a:prstGeom prst="rect">
              <a:avLst/>
            </a:prstGeom>
          </p:spPr>
        </p:pic>
        <p:pic>
          <p:nvPicPr>
            <p:cNvPr id="73" name="圖片 72">
              <a:extLst>
                <a:ext uri="{FF2B5EF4-FFF2-40B4-BE49-F238E27FC236}">
                  <a16:creationId xmlns:a16="http://schemas.microsoft.com/office/drawing/2014/main" id="{382F1F2A-D8D0-4D63-A3D5-368333531D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688357" y="3645099"/>
              <a:ext cx="188992" cy="737680"/>
            </a:xfrm>
            <a:prstGeom prst="rect">
              <a:avLst/>
            </a:prstGeom>
          </p:spPr>
        </p:pic>
        <p:pic>
          <p:nvPicPr>
            <p:cNvPr id="74" name="圖片 73">
              <a:extLst>
                <a:ext uri="{FF2B5EF4-FFF2-40B4-BE49-F238E27FC236}">
                  <a16:creationId xmlns:a16="http://schemas.microsoft.com/office/drawing/2014/main" id="{7ED84936-7DB9-4A70-8474-FA997C118BF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750820" y="3869205"/>
              <a:ext cx="188992" cy="737680"/>
            </a:xfrm>
            <a:prstGeom prst="rect">
              <a:avLst/>
            </a:prstGeom>
          </p:spPr>
        </p:pic>
        <p:pic>
          <p:nvPicPr>
            <p:cNvPr id="75" name="圖片 74">
              <a:extLst>
                <a:ext uri="{FF2B5EF4-FFF2-40B4-BE49-F238E27FC236}">
                  <a16:creationId xmlns:a16="http://schemas.microsoft.com/office/drawing/2014/main" id="{D3F4F655-40BE-4D51-97E3-6A404D403A1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819247" y="4093311"/>
              <a:ext cx="188992" cy="737680"/>
            </a:xfrm>
            <a:prstGeom prst="rect">
              <a:avLst/>
            </a:prstGeom>
          </p:spPr>
        </p:pic>
        <p:pic>
          <p:nvPicPr>
            <p:cNvPr id="77" name="圖片 76">
              <a:extLst>
                <a:ext uri="{FF2B5EF4-FFF2-40B4-BE49-F238E27FC236}">
                  <a16:creationId xmlns:a16="http://schemas.microsoft.com/office/drawing/2014/main" id="{48708E81-43A7-449D-9D95-EA6E541713A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-1" r="75206"/>
            <a:stretch/>
          </p:blipFill>
          <p:spPr>
            <a:xfrm>
              <a:off x="5860901" y="3198587"/>
              <a:ext cx="166279" cy="670618"/>
            </a:xfrm>
            <a:prstGeom prst="rect">
              <a:avLst/>
            </a:prstGeom>
          </p:spPr>
        </p:pic>
        <p:pic>
          <p:nvPicPr>
            <p:cNvPr id="78" name="圖片 77">
              <a:extLst>
                <a:ext uri="{FF2B5EF4-FFF2-40B4-BE49-F238E27FC236}">
                  <a16:creationId xmlns:a16="http://schemas.microsoft.com/office/drawing/2014/main" id="{781F2840-D17F-4E2B-9E62-6DFAA379DA1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861737" y="4335313"/>
              <a:ext cx="164606" cy="670618"/>
            </a:xfrm>
            <a:prstGeom prst="rect">
              <a:avLst/>
            </a:prstGeom>
          </p:spPr>
        </p:pic>
        <p:pic>
          <p:nvPicPr>
            <p:cNvPr id="79" name="圖片 78">
              <a:extLst>
                <a:ext uri="{FF2B5EF4-FFF2-40B4-BE49-F238E27FC236}">
                  <a16:creationId xmlns:a16="http://schemas.microsoft.com/office/drawing/2014/main" id="{78E9275D-1F84-4E0F-AD51-8071C1013A8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480586" y="3744407"/>
              <a:ext cx="164606" cy="670618"/>
            </a:xfrm>
            <a:prstGeom prst="rect">
              <a:avLst/>
            </a:prstGeom>
          </p:spPr>
        </p:pic>
        <p:pic>
          <p:nvPicPr>
            <p:cNvPr id="80" name="圖片 79">
              <a:extLst>
                <a:ext uri="{FF2B5EF4-FFF2-40B4-BE49-F238E27FC236}">
                  <a16:creationId xmlns:a16="http://schemas.microsoft.com/office/drawing/2014/main" id="{C5AA5BE9-D39D-4DA9-80EF-AD332246757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b="48355"/>
            <a:stretch/>
          </p:blipFill>
          <p:spPr>
            <a:xfrm>
              <a:off x="7048254" y="3917798"/>
              <a:ext cx="164606" cy="346341"/>
            </a:xfrm>
            <a:prstGeom prst="rect">
              <a:avLst/>
            </a:prstGeom>
          </p:spPr>
        </p:pic>
        <p:cxnSp>
          <p:nvCxnSpPr>
            <p:cNvPr id="81" name="直線單箭頭接點 80">
              <a:extLst>
                <a:ext uri="{FF2B5EF4-FFF2-40B4-BE49-F238E27FC236}">
                  <a16:creationId xmlns:a16="http://schemas.microsoft.com/office/drawing/2014/main" id="{C4ABE148-97C4-43D2-BE0A-F977827405DA}"/>
                </a:ext>
              </a:extLst>
            </p:cNvPr>
            <p:cNvCxnSpPr/>
            <p:nvPr/>
          </p:nvCxnSpPr>
          <p:spPr>
            <a:xfrm>
              <a:off x="6026343" y="3296420"/>
              <a:ext cx="454243" cy="519500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線單箭頭接點 81">
              <a:extLst>
                <a:ext uri="{FF2B5EF4-FFF2-40B4-BE49-F238E27FC236}">
                  <a16:creationId xmlns:a16="http://schemas.microsoft.com/office/drawing/2014/main" id="{F7DD7FC2-33BC-4DAE-B1DD-335C6CEF43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026343" y="4366599"/>
              <a:ext cx="454243" cy="573894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直線單箭頭接點 82">
              <a:extLst>
                <a:ext uri="{FF2B5EF4-FFF2-40B4-BE49-F238E27FC236}">
                  <a16:creationId xmlns:a16="http://schemas.microsoft.com/office/drawing/2014/main" id="{5634C37C-BDB6-48D6-AB6F-A2D5A1739E3D}"/>
                </a:ext>
              </a:extLst>
            </p:cNvPr>
            <p:cNvCxnSpPr/>
            <p:nvPr/>
          </p:nvCxnSpPr>
          <p:spPr>
            <a:xfrm>
              <a:off x="6645192" y="3869205"/>
              <a:ext cx="403062" cy="85306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線單箭頭接點 83">
              <a:extLst>
                <a:ext uri="{FF2B5EF4-FFF2-40B4-BE49-F238E27FC236}">
                  <a16:creationId xmlns:a16="http://schemas.microsoft.com/office/drawing/2014/main" id="{D19FB2C8-3B49-4DE7-9EDD-600633F562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71931" y="4214185"/>
              <a:ext cx="376323" cy="121129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直線接點 84">
              <a:extLst>
                <a:ext uri="{FF2B5EF4-FFF2-40B4-BE49-F238E27FC236}">
                  <a16:creationId xmlns:a16="http://schemas.microsoft.com/office/drawing/2014/main" id="{306E025A-E129-419E-ABBC-15CCDB929DAF}"/>
                </a:ext>
              </a:extLst>
            </p:cNvPr>
            <p:cNvCxnSpPr/>
            <p:nvPr/>
          </p:nvCxnSpPr>
          <p:spPr>
            <a:xfrm>
              <a:off x="5944040" y="3922698"/>
              <a:ext cx="0" cy="323273"/>
            </a:xfrm>
            <a:prstGeom prst="line">
              <a:avLst/>
            </a:prstGeom>
            <a:ln>
              <a:solidFill>
                <a:schemeClr val="bg2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直線接點 85">
              <a:extLst>
                <a:ext uri="{FF2B5EF4-FFF2-40B4-BE49-F238E27FC236}">
                  <a16:creationId xmlns:a16="http://schemas.microsoft.com/office/drawing/2014/main" id="{F09DE4FF-293C-4B87-9922-46803D63859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253464" y="3717239"/>
              <a:ext cx="4605" cy="697786"/>
            </a:xfrm>
            <a:prstGeom prst="lin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接點 86">
              <a:extLst>
                <a:ext uri="{FF2B5EF4-FFF2-40B4-BE49-F238E27FC236}">
                  <a16:creationId xmlns:a16="http://schemas.microsoft.com/office/drawing/2014/main" id="{729212E7-58EF-4CFC-8E73-97719B7C4E1B}"/>
                </a:ext>
              </a:extLst>
            </p:cNvPr>
            <p:cNvCxnSpPr>
              <a:cxnSpLocks/>
            </p:cNvCxnSpPr>
            <p:nvPr/>
          </p:nvCxnSpPr>
          <p:spPr>
            <a:xfrm>
              <a:off x="6846723" y="3976738"/>
              <a:ext cx="0" cy="223715"/>
            </a:xfrm>
            <a:prstGeom prst="line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矩形 87">
              <a:extLst>
                <a:ext uri="{FF2B5EF4-FFF2-40B4-BE49-F238E27FC236}">
                  <a16:creationId xmlns:a16="http://schemas.microsoft.com/office/drawing/2014/main" id="{B73B5256-11EE-4609-B353-278514AD69B0}"/>
                </a:ext>
              </a:extLst>
            </p:cNvPr>
            <p:cNvSpPr/>
            <p:nvPr/>
          </p:nvSpPr>
          <p:spPr>
            <a:xfrm>
              <a:off x="6562889" y="3375075"/>
              <a:ext cx="587020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fully</a:t>
              </a:r>
              <a:endParaRPr lang="zh-HK" altLang="en-US" dirty="0"/>
            </a:p>
          </p:txBody>
        </p:sp>
        <p:sp>
          <p:nvSpPr>
            <p:cNvPr id="89" name="矩形 88">
              <a:extLst>
                <a:ext uri="{FF2B5EF4-FFF2-40B4-BE49-F238E27FC236}">
                  <a16:creationId xmlns:a16="http://schemas.microsoft.com/office/drawing/2014/main" id="{84E12A9B-C860-4A82-880C-51E9DF73BA1C}"/>
                </a:ext>
              </a:extLst>
            </p:cNvPr>
            <p:cNvSpPr/>
            <p:nvPr/>
          </p:nvSpPr>
          <p:spPr>
            <a:xfrm>
              <a:off x="6261274" y="4485956"/>
              <a:ext cx="117089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connected</a:t>
              </a:r>
              <a:endParaRPr lang="zh-HK" altLang="en-US" dirty="0"/>
            </a:p>
          </p:txBody>
        </p:sp>
        <p:cxnSp>
          <p:nvCxnSpPr>
            <p:cNvPr id="90" name="直線單箭頭接點 89">
              <a:extLst>
                <a:ext uri="{FF2B5EF4-FFF2-40B4-BE49-F238E27FC236}">
                  <a16:creationId xmlns:a16="http://schemas.microsoft.com/office/drawing/2014/main" id="{AA2395BC-C42D-4058-9C5C-EED1CB4A0A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81218" y="4161066"/>
              <a:ext cx="779677" cy="2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1" name="矩形 90">
              <a:extLst>
                <a:ext uri="{FF2B5EF4-FFF2-40B4-BE49-F238E27FC236}">
                  <a16:creationId xmlns:a16="http://schemas.microsoft.com/office/drawing/2014/main" id="{9F1EE8DE-F43B-4F1A-AE83-F317A17191C6}"/>
                </a:ext>
              </a:extLst>
            </p:cNvPr>
            <p:cNvSpPr/>
            <p:nvPr/>
          </p:nvSpPr>
          <p:spPr>
            <a:xfrm>
              <a:off x="2405521" y="3831121"/>
              <a:ext cx="652102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Conv</a:t>
              </a:r>
              <a:endParaRPr lang="zh-HK" altLang="en-US" dirty="0"/>
            </a:p>
          </p:txBody>
        </p:sp>
        <p:cxnSp>
          <p:nvCxnSpPr>
            <p:cNvPr id="92" name="直線單箭頭接點 91">
              <a:extLst>
                <a:ext uri="{FF2B5EF4-FFF2-40B4-BE49-F238E27FC236}">
                  <a16:creationId xmlns:a16="http://schemas.microsoft.com/office/drawing/2014/main" id="{C6CA8F68-640F-4BBF-862E-905F6D02848F}"/>
                </a:ext>
              </a:extLst>
            </p:cNvPr>
            <p:cNvCxnSpPr/>
            <p:nvPr/>
          </p:nvCxnSpPr>
          <p:spPr>
            <a:xfrm>
              <a:off x="3794077" y="4158673"/>
              <a:ext cx="565204" cy="0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D42F1C50-4785-4C50-9DB6-63B1E50DD838}"/>
                </a:ext>
              </a:extLst>
            </p:cNvPr>
            <p:cNvSpPr/>
            <p:nvPr/>
          </p:nvSpPr>
          <p:spPr>
            <a:xfrm>
              <a:off x="3763475" y="3862652"/>
              <a:ext cx="59522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Pool</a:t>
              </a:r>
              <a:endParaRPr lang="zh-HK" altLang="en-US" dirty="0"/>
            </a:p>
          </p:txBody>
        </p:sp>
        <p:sp>
          <p:nvSpPr>
            <p:cNvPr id="94" name="矩形 93">
              <a:extLst>
                <a:ext uri="{FF2B5EF4-FFF2-40B4-BE49-F238E27FC236}">
                  <a16:creationId xmlns:a16="http://schemas.microsoft.com/office/drawing/2014/main" id="{47933097-73DC-439A-AD64-A3807C4F190E}"/>
                </a:ext>
              </a:extLst>
            </p:cNvPr>
            <p:cNvSpPr/>
            <p:nvPr/>
          </p:nvSpPr>
          <p:spPr>
            <a:xfrm>
              <a:off x="5067792" y="3808089"/>
              <a:ext cx="837217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zh-HK" dirty="0"/>
                <a:t>Flatten</a:t>
              </a:r>
              <a:endParaRPr lang="zh-HK" altLang="en-US" dirty="0"/>
            </a:p>
          </p:txBody>
        </p:sp>
        <p:cxnSp>
          <p:nvCxnSpPr>
            <p:cNvPr id="95" name="直線單箭頭接點 94">
              <a:extLst>
                <a:ext uri="{FF2B5EF4-FFF2-40B4-BE49-F238E27FC236}">
                  <a16:creationId xmlns:a16="http://schemas.microsoft.com/office/drawing/2014/main" id="{6472FCDF-FD48-447F-81F4-42D28B4621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86301" y="4134545"/>
              <a:ext cx="779677" cy="2"/>
            </a:xfrm>
            <a:prstGeom prst="straightConnector1">
              <a:avLst/>
            </a:prstGeom>
            <a:ln>
              <a:solidFill>
                <a:schemeClr val="accent1">
                  <a:lumMod val="20000"/>
                  <a:lumOff val="8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13082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10</Words>
  <Application>Microsoft Office PowerPoint</Application>
  <PresentationFormat>寬螢幕</PresentationFormat>
  <Paragraphs>10</Paragraphs>
  <Slides>3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新細明體</vt:lpstr>
      <vt:lpstr>Arial</vt:lpstr>
      <vt:lpstr>Office Theme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LI SONGSHENG, SONG</dc:creator>
  <cp:lastModifiedBy>LI SONGSHENG, SONG</cp:lastModifiedBy>
  <cp:revision>6</cp:revision>
  <dcterms:created xsi:type="dcterms:W3CDTF">2024-11-17T13:37:59Z</dcterms:created>
  <dcterms:modified xsi:type="dcterms:W3CDTF">2024-11-18T09:31:45Z</dcterms:modified>
</cp:coreProperties>
</file>