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1FF0D-B28B-B5A7-950A-7DA956E6B9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DF2A22-2826-018C-9F70-EF96D079DF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A418E9-B5FC-8CD7-6A4B-0C36586BF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11/17/24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4A2F0C-9E69-8561-7CEB-421FD8964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BBAD89-BEC6-7A43-80E3-B40ABCFC49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463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34B38-59B8-8AD2-7C9B-EEB70AE2F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3653AF-D3FA-F922-4AF3-931A602FE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271129-B53C-7803-58B1-F46A56646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11/17/24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C89AEC-CDDC-E909-9B00-47DB3E01F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D52C1D-2EAF-4DBE-454A-AB7271CA3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936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0C4AE-779F-4615-AE94-9EBC436035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B1C9C8-0161-D10E-CE18-66CFF70260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0B8866-2291-4967-4EE1-0DBA02003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11/17/24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1D76FF-3FB6-B7E1-5CD4-0D49F88EA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13C9BF-307B-885B-8E1B-ED201C39F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1938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3791D-8C99-58F8-1DBB-EF7D97965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83D6D4-5745-EBD6-EB7E-B66877A5FA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1366FF-8BD4-BBE4-B6B6-CBF52CC508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BAAFAB-88B1-D03B-CA9C-A00605A4B4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11/17/24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AB42DE-2749-23D2-6500-AAED89CA9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23AD65-D7BD-21BC-4C09-847687374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909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EF733-F59B-C352-7AAE-FC8A5AF4F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9395E6-735E-3495-F100-C69C9EA4FD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6FF3AB-ADA8-A93C-9A14-7FD7EADFE5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F0E97D-24E8-7DD4-A0C3-971E009E33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4E5813-F155-D5FC-E6F7-2F85BF0F05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51C5DF-7B02-52FC-7140-38202634C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11/17/24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0FE84F-1BA8-1424-E263-E50F7815F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01550C-E7C2-A31B-0BFD-662083A2E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9658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85104-9298-C040-5503-463F72803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749111-3070-23A6-F95B-E8B5894875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11/17/24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6E8A91-C965-F7F8-1625-9E702963F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B942D1-3199-F1C6-4520-66BCEFCE5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5959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DE3299-71E2-A73F-6CEF-6BE6F2E35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11/17/24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DAE37A-87A5-FB1F-15F8-0A522973B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BF4F2-9176-5DBE-189A-C78DAF56B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6653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AC984-1BC4-0451-12BB-E00CCEDA8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98A8C-B30A-DCCE-7612-09240831FF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860062-BB2E-EA1A-5D69-20523BE4A9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760C42-8163-C7A0-BCB2-5A8EF2DA8A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11/17/24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3341FB-3AAC-AEE3-8FD5-A452A4A5C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E0AE40-C3A1-2401-F991-AD42535C4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608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60000-A620-68C0-F002-2ECFA49CE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6D11AA-F0F3-5CD1-32BA-78F1CE293F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0158A-8E18-BC21-5D1A-CF08C7A194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FC4FB4-A0BE-FAD7-7C38-71E3C9C1A1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11/17/24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978F0E-5D4F-ED9E-4CCE-DA69699FB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6EACAC-5030-D832-736C-695F73033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0831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D3655-E963-C1CF-8506-910ACE6B8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997A24-C3AA-AE1D-51EF-84758F863E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195E78-9154-5884-C347-09F40CB94B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11/17/24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2FD159-49D4-0F96-B6FF-5D689EF50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4B3136-058E-7004-C541-04C303D91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443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D8D4AEB-C9F8-64B5-CF05-AFB8B868DA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925333-C087-0EF2-4637-A267408302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BE83AD-94A3-FA07-9BF3-2940CBD7E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11/17/24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3FA98C-FC31-187F-85DA-5824C86B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3CC70-AB50-CF64-CB43-298F1543C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693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B07334-A423-4E5B-7363-A2C42F68BA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D97AF7-317A-C879-3530-203F0582AE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A5A74C-98B7-8B5E-4A58-E3177F626B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0FC01E-52E7-E248-9225-B6E184C589D0}" type="datetimeFigureOut">
              <a:rPr lang="en-US" smtClean="0"/>
              <a:t>11/17/24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1425E-5C8C-6F85-9FF2-622FA33A10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57474C-FB2B-D6D8-6A6E-3C2FDDED93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4500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42F86-FB93-7CCD-157B-DA97B6B817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6B93A9-495D-EC63-B9C9-15D7645C898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20674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B30429F8-54CB-B662-0AE8-8157977BA32C}"/>
              </a:ext>
            </a:extLst>
          </p:cNvPr>
          <p:cNvGrpSpPr/>
          <p:nvPr/>
        </p:nvGrpSpPr>
        <p:grpSpPr>
          <a:xfrm>
            <a:off x="570614" y="1061631"/>
            <a:ext cx="6096000" cy="3416300"/>
            <a:chOff x="3048000" y="1720850"/>
            <a:chExt cx="6096000" cy="3416300"/>
          </a:xfrm>
        </p:grpSpPr>
        <p:pic>
          <p:nvPicPr>
            <p:cNvPr id="5" name="Picture 4" descr="A graph with a line&#10;&#10;Description automatically generated">
              <a:extLst>
                <a:ext uri="{FF2B5EF4-FFF2-40B4-BE49-F238E27FC236}">
                  <a16:creationId xmlns:a16="http://schemas.microsoft.com/office/drawing/2014/main" id="{8872B2B7-CC18-FCFB-EA4A-523908BAE5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48000" y="1720850"/>
              <a:ext cx="6096000" cy="3416300"/>
            </a:xfrm>
            <a:prstGeom prst="rect">
              <a:avLst/>
            </a:prstGeom>
          </p:spPr>
        </p:pic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C93AF5E-B824-328C-CEB9-F00B6A6BD5FA}"/>
                </a:ext>
              </a:extLst>
            </p:cNvPr>
            <p:cNvSpPr/>
            <p:nvPr/>
          </p:nvSpPr>
          <p:spPr>
            <a:xfrm>
              <a:off x="5730949" y="4593265"/>
              <a:ext cx="202018" cy="170121"/>
            </a:xfrm>
            <a:prstGeom prst="ellipse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D002D74-0EFE-A5BE-777F-1F6EB2DF001C}"/>
                </a:ext>
              </a:extLst>
            </p:cNvPr>
            <p:cNvSpPr/>
            <p:nvPr/>
          </p:nvSpPr>
          <p:spPr>
            <a:xfrm>
              <a:off x="6096000" y="2076893"/>
              <a:ext cx="202018" cy="170121"/>
            </a:xfrm>
            <a:prstGeom prst="ellipse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4F295F8-3C9B-8D15-26D1-901F1B768FB9}"/>
                </a:ext>
              </a:extLst>
            </p:cNvPr>
            <p:cNvCxnSpPr/>
            <p:nvPr/>
          </p:nvCxnSpPr>
          <p:spPr>
            <a:xfrm>
              <a:off x="3487479" y="4401879"/>
              <a:ext cx="5411972" cy="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86A11F2-80B7-206C-040C-E4C88F2C4F7A}"/>
              </a:ext>
            </a:extLst>
          </p:cNvPr>
          <p:cNvGrpSpPr/>
          <p:nvPr/>
        </p:nvGrpSpPr>
        <p:grpSpPr>
          <a:xfrm>
            <a:off x="4729863" y="3296093"/>
            <a:ext cx="6007100" cy="3416300"/>
            <a:chOff x="4729863" y="3296093"/>
            <a:chExt cx="6007100" cy="3416300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7AADB315-0CAF-A769-456B-18E10448D0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729863" y="3296093"/>
              <a:ext cx="6007100" cy="3416300"/>
            </a:xfrm>
            <a:prstGeom prst="rect">
              <a:avLst/>
            </a:prstGeom>
          </p:spPr>
        </p:pic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0B074E45-3454-9ECD-5FF4-38E914198318}"/>
                </a:ext>
              </a:extLst>
            </p:cNvPr>
            <p:cNvSpPr/>
            <p:nvPr/>
          </p:nvSpPr>
          <p:spPr>
            <a:xfrm>
              <a:off x="7329377" y="6170428"/>
              <a:ext cx="202018" cy="170121"/>
            </a:xfrm>
            <a:prstGeom prst="ellipse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DA84282-21EB-C592-8F4C-C57AC4E6F2DA}"/>
                </a:ext>
              </a:extLst>
            </p:cNvPr>
            <p:cNvSpPr/>
            <p:nvPr/>
          </p:nvSpPr>
          <p:spPr>
            <a:xfrm>
              <a:off x="7712147" y="3627328"/>
              <a:ext cx="202018" cy="170121"/>
            </a:xfrm>
            <a:prstGeom prst="ellipse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21D8E0D-E30B-461D-7619-011B9C85A277}"/>
                </a:ext>
              </a:extLst>
            </p:cNvPr>
            <p:cNvCxnSpPr/>
            <p:nvPr/>
          </p:nvCxnSpPr>
          <p:spPr>
            <a:xfrm>
              <a:off x="5107170" y="5979042"/>
              <a:ext cx="5411972" cy="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683295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 SONGSHENG, SONG</dc:creator>
  <cp:lastModifiedBy>LI SONGSHENG, SONG</cp:lastModifiedBy>
  <cp:revision>1</cp:revision>
  <dcterms:created xsi:type="dcterms:W3CDTF">2024-11-17T13:37:59Z</dcterms:created>
  <dcterms:modified xsi:type="dcterms:W3CDTF">2024-11-17T14:24:16Z</dcterms:modified>
</cp:coreProperties>
</file>