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1FF0D-B28B-B5A7-950A-7DA956E6B9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DF2A22-2826-018C-9F70-EF96D079DF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418E9-B5FC-8CD7-6A4B-0C36586BF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FC01E-52E7-E248-9225-B6E184C589D0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A2F0C-9E69-8561-7CEB-421FD8964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BAD89-BEC6-7A43-80E3-B40ABCFC4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22A8-84CC-9743-930B-6BC6D0770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463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34B38-59B8-8AD2-7C9B-EEB70AE2F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653AF-D3FA-F922-4AF3-931A602FE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71129-B53C-7803-58B1-F46A56646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FC01E-52E7-E248-9225-B6E184C589D0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89AEC-CDDC-E909-9B00-47DB3E01F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D52C1D-2EAF-4DBE-454A-AB7271CA3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22A8-84CC-9743-930B-6BC6D0770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936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0C4AE-779F-4615-AE94-9EBC43603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1C9C8-0161-D10E-CE18-66CFF7026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B8866-2291-4967-4EE1-0DBA02003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FC01E-52E7-E248-9225-B6E184C589D0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D76FF-3FB6-B7E1-5CD4-0D49F88EA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3C9BF-307B-885B-8E1B-ED201C39F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22A8-84CC-9743-930B-6BC6D0770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193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3791D-8C99-58F8-1DBB-EF7D97965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3D6D4-5745-EBD6-EB7E-B66877A5FA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1366FF-8BD4-BBE4-B6B6-CBF52CC508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BAAFAB-88B1-D03B-CA9C-A00605A4B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FC01E-52E7-E248-9225-B6E184C589D0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AB42DE-2749-23D2-6500-AAED89CA9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23AD65-D7BD-21BC-4C09-847687374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22A8-84CC-9743-930B-6BC6D0770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909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EF733-F59B-C352-7AAE-FC8A5AF4F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9395E6-735E-3495-F100-C69C9EA4F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6FF3AB-ADA8-A93C-9A14-7FD7EADFE5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F0E97D-24E8-7DD4-A0C3-971E009E33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4E5813-F155-D5FC-E6F7-2F85BF0F05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51C5DF-7B02-52FC-7140-38202634C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FC01E-52E7-E248-9225-B6E184C589D0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0FE84F-1BA8-1424-E263-E50F7815F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01550C-E7C2-A31B-0BFD-662083A2E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22A8-84CC-9743-930B-6BC6D0770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965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85104-9298-C040-5503-463F72803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749111-3070-23A6-F95B-E8B589487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FC01E-52E7-E248-9225-B6E184C589D0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6E8A91-C965-F7F8-1625-9E702963F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B942D1-3199-F1C6-4520-66BCEFCE5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22A8-84CC-9743-930B-6BC6D0770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595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DE3299-71E2-A73F-6CEF-6BE6F2E35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FC01E-52E7-E248-9225-B6E184C589D0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DAE37A-87A5-FB1F-15F8-0A522973B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BF4F2-9176-5DBE-189A-C78DAF56B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22A8-84CC-9743-930B-6BC6D0770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665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AC984-1BC4-0451-12BB-E00CCEDA8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98A8C-B30A-DCCE-7612-09240831F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860062-BB2E-EA1A-5D69-20523BE4A9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760C42-8163-C7A0-BCB2-5A8EF2DA8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FC01E-52E7-E248-9225-B6E184C589D0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3341FB-3AAC-AEE3-8FD5-A452A4A5C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E0AE40-C3A1-2401-F991-AD42535C4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22A8-84CC-9743-930B-6BC6D0770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60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60000-A620-68C0-F002-2ECFA49CE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6D11AA-F0F3-5CD1-32BA-78F1CE293F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0158A-8E18-BC21-5D1A-CF08C7A194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FC4FB4-A0BE-FAD7-7C38-71E3C9C1A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FC01E-52E7-E248-9225-B6E184C589D0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978F0E-5D4F-ED9E-4CCE-DA69699FB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EACAC-5030-D832-736C-695F73033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22A8-84CC-9743-930B-6BC6D0770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083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D3655-E963-C1CF-8506-910ACE6B8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997A24-C3AA-AE1D-51EF-84758F863E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95E78-9154-5884-C347-09F40CB94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FC01E-52E7-E248-9225-B6E184C589D0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FD159-49D4-0F96-B6FF-5D689EF50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B3136-058E-7004-C541-04C303D91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22A8-84CC-9743-930B-6BC6D0770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443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8D4AEB-C9F8-64B5-CF05-AFB8B868DA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925333-C087-0EF2-4637-A26740830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E83AD-94A3-FA07-9BF3-2940CBD7E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FC01E-52E7-E248-9225-B6E184C589D0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FA98C-FC31-187F-85DA-5824C86B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3CC70-AB50-CF64-CB43-298F1543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22A8-84CC-9743-930B-6BC6D0770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693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B07334-A423-4E5B-7363-A2C42F68B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D97AF7-317A-C879-3530-203F0582A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5A74C-98B7-8B5E-4A58-E3177F626B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0FC01E-52E7-E248-9225-B6E184C589D0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1425E-5C8C-6F85-9FF2-622FA33A10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7474C-FB2B-D6D8-6A6E-3C2FDDED93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5D22A8-84CC-9743-930B-6BC6D0770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450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42F86-FB93-7CCD-157B-DA97B6B817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6B93A9-495D-EC63-B9C9-15D7645C89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067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30429F8-54CB-B662-0AE8-8157977BA32C}"/>
              </a:ext>
            </a:extLst>
          </p:cNvPr>
          <p:cNvGrpSpPr/>
          <p:nvPr/>
        </p:nvGrpSpPr>
        <p:grpSpPr>
          <a:xfrm>
            <a:off x="570614" y="1061631"/>
            <a:ext cx="6096000" cy="3416300"/>
            <a:chOff x="3048000" y="1720850"/>
            <a:chExt cx="6096000" cy="3416300"/>
          </a:xfrm>
        </p:grpSpPr>
        <p:pic>
          <p:nvPicPr>
            <p:cNvPr id="5" name="Picture 4" descr="A graph with a line&#10;&#10;Description automatically generated">
              <a:extLst>
                <a:ext uri="{FF2B5EF4-FFF2-40B4-BE49-F238E27FC236}">
                  <a16:creationId xmlns:a16="http://schemas.microsoft.com/office/drawing/2014/main" id="{8872B2B7-CC18-FCFB-EA4A-523908BAE5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48000" y="1720850"/>
              <a:ext cx="6096000" cy="3416300"/>
            </a:xfrm>
            <a:prstGeom prst="rect">
              <a:avLst/>
            </a:prstGeom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C93AF5E-B824-328C-CEB9-F00B6A6BD5FA}"/>
                </a:ext>
              </a:extLst>
            </p:cNvPr>
            <p:cNvSpPr/>
            <p:nvPr/>
          </p:nvSpPr>
          <p:spPr>
            <a:xfrm>
              <a:off x="5730949" y="4593265"/>
              <a:ext cx="202018" cy="170121"/>
            </a:xfrm>
            <a:prstGeom prst="ellipse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D002D74-0EFE-A5BE-777F-1F6EB2DF001C}"/>
                </a:ext>
              </a:extLst>
            </p:cNvPr>
            <p:cNvSpPr/>
            <p:nvPr/>
          </p:nvSpPr>
          <p:spPr>
            <a:xfrm>
              <a:off x="6096000" y="2076893"/>
              <a:ext cx="202018" cy="170121"/>
            </a:xfrm>
            <a:prstGeom prst="ellipse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4F295F8-3C9B-8D15-26D1-901F1B768FB9}"/>
                </a:ext>
              </a:extLst>
            </p:cNvPr>
            <p:cNvCxnSpPr/>
            <p:nvPr/>
          </p:nvCxnSpPr>
          <p:spPr>
            <a:xfrm>
              <a:off x="3487479" y="4401879"/>
              <a:ext cx="5411972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86A11F2-80B7-206C-040C-E4C88F2C4F7A}"/>
              </a:ext>
            </a:extLst>
          </p:cNvPr>
          <p:cNvGrpSpPr/>
          <p:nvPr/>
        </p:nvGrpSpPr>
        <p:grpSpPr>
          <a:xfrm>
            <a:off x="4729863" y="3296093"/>
            <a:ext cx="6007100" cy="3416300"/>
            <a:chOff x="4729863" y="3296093"/>
            <a:chExt cx="6007100" cy="341630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AADB315-0CAF-A769-456B-18E10448D0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29863" y="3296093"/>
              <a:ext cx="6007100" cy="3416300"/>
            </a:xfrm>
            <a:prstGeom prst="rect">
              <a:avLst/>
            </a:prstGeom>
          </p:spPr>
        </p:pic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B074E45-3454-9ECD-5FF4-38E914198318}"/>
                </a:ext>
              </a:extLst>
            </p:cNvPr>
            <p:cNvSpPr/>
            <p:nvPr/>
          </p:nvSpPr>
          <p:spPr>
            <a:xfrm>
              <a:off x="7329377" y="6170428"/>
              <a:ext cx="202018" cy="170121"/>
            </a:xfrm>
            <a:prstGeom prst="ellipse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DA84282-21EB-C592-8F4C-C57AC4E6F2DA}"/>
                </a:ext>
              </a:extLst>
            </p:cNvPr>
            <p:cNvSpPr/>
            <p:nvPr/>
          </p:nvSpPr>
          <p:spPr>
            <a:xfrm>
              <a:off x="7712147" y="3627328"/>
              <a:ext cx="202018" cy="170121"/>
            </a:xfrm>
            <a:prstGeom prst="ellipse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21D8E0D-E30B-461D-7619-011B9C85A277}"/>
                </a:ext>
              </a:extLst>
            </p:cNvPr>
            <p:cNvCxnSpPr/>
            <p:nvPr/>
          </p:nvCxnSpPr>
          <p:spPr>
            <a:xfrm>
              <a:off x="5107170" y="5979042"/>
              <a:ext cx="5411972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68329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AA649827-8E97-4DFF-A661-1C3C42A34F44}"/>
              </a:ext>
            </a:extLst>
          </p:cNvPr>
          <p:cNvGrpSpPr/>
          <p:nvPr/>
        </p:nvGrpSpPr>
        <p:grpSpPr>
          <a:xfrm>
            <a:off x="551703" y="159350"/>
            <a:ext cx="7667246" cy="1807344"/>
            <a:chOff x="2142837" y="1038240"/>
            <a:chExt cx="7667246" cy="1807344"/>
          </a:xfrm>
        </p:grpSpPr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93A6D5B-A69F-4656-B6B6-8AF0E1FC21A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42837" y="1224015"/>
              <a:ext cx="1496152" cy="1475313"/>
            </a:xfrm>
            <a:prstGeom prst="rect">
              <a:avLst/>
            </a:prstGeom>
          </p:spPr>
        </p:pic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2EC3CF09-606A-41E8-BDAD-BB4954084973}"/>
                </a:ext>
              </a:extLst>
            </p:cNvPr>
            <p:cNvGrpSpPr/>
            <p:nvPr/>
          </p:nvGrpSpPr>
          <p:grpSpPr>
            <a:xfrm>
              <a:off x="4418666" y="1224015"/>
              <a:ext cx="1524622" cy="1395536"/>
              <a:chOff x="3648363" y="1953687"/>
              <a:chExt cx="1524622" cy="1395536"/>
            </a:xfrm>
          </p:grpSpPr>
          <p:pic>
            <p:nvPicPr>
              <p:cNvPr id="11" name="圖片 10">
                <a:extLst>
                  <a:ext uri="{FF2B5EF4-FFF2-40B4-BE49-F238E27FC236}">
                    <a16:creationId xmlns:a16="http://schemas.microsoft.com/office/drawing/2014/main" id="{9BE9D09C-2989-45A1-88F3-1DC4C236161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24697" b="25417"/>
              <a:stretch/>
            </p:blipFill>
            <p:spPr>
              <a:xfrm>
                <a:off x="3648363" y="1953687"/>
                <a:ext cx="979055" cy="969686"/>
              </a:xfrm>
              <a:prstGeom prst="rect">
                <a:avLst/>
              </a:prstGeom>
            </p:spPr>
          </p:pic>
          <p:pic>
            <p:nvPicPr>
              <p:cNvPr id="13" name="圖片 12">
                <a:extLst>
                  <a:ext uri="{FF2B5EF4-FFF2-40B4-BE49-F238E27FC236}">
                    <a16:creationId xmlns:a16="http://schemas.microsoft.com/office/drawing/2014/main" id="{C281E78A-7E2E-4B24-A5DF-7EF7331F31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57956" y="2036114"/>
                <a:ext cx="981541" cy="975445"/>
              </a:xfrm>
              <a:prstGeom prst="rect">
                <a:avLst/>
              </a:prstGeom>
            </p:spPr>
          </p:pic>
          <p:pic>
            <p:nvPicPr>
              <p:cNvPr id="14" name="圖片 13">
                <a:extLst>
                  <a:ext uri="{FF2B5EF4-FFF2-40B4-BE49-F238E27FC236}">
                    <a16:creationId xmlns:a16="http://schemas.microsoft.com/office/drawing/2014/main" id="{655B1F52-A864-4570-993D-1E715A0C37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67549" y="2118541"/>
                <a:ext cx="981541" cy="975445"/>
              </a:xfrm>
              <a:prstGeom prst="rect">
                <a:avLst/>
              </a:prstGeom>
            </p:spPr>
          </p:pic>
          <p:pic>
            <p:nvPicPr>
              <p:cNvPr id="15" name="圖片 14">
                <a:extLst>
                  <a:ext uri="{FF2B5EF4-FFF2-40B4-BE49-F238E27FC236}">
                    <a16:creationId xmlns:a16="http://schemas.microsoft.com/office/drawing/2014/main" id="{6F81EE84-91D7-4528-B3AA-511137C553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77142" y="2203620"/>
                <a:ext cx="981541" cy="975445"/>
              </a:xfrm>
              <a:prstGeom prst="rect">
                <a:avLst/>
              </a:prstGeom>
            </p:spPr>
          </p:pic>
          <p:pic>
            <p:nvPicPr>
              <p:cNvPr id="16" name="圖片 15">
                <a:extLst>
                  <a:ext uri="{FF2B5EF4-FFF2-40B4-BE49-F238E27FC236}">
                    <a16:creationId xmlns:a16="http://schemas.microsoft.com/office/drawing/2014/main" id="{D15EDF46-8293-4253-BB12-FFDB0A2F82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86735" y="2288699"/>
                <a:ext cx="981541" cy="975445"/>
              </a:xfrm>
              <a:prstGeom prst="rect">
                <a:avLst/>
              </a:prstGeom>
            </p:spPr>
          </p:pic>
          <p:pic>
            <p:nvPicPr>
              <p:cNvPr id="17" name="圖片 16">
                <a:extLst>
                  <a:ext uri="{FF2B5EF4-FFF2-40B4-BE49-F238E27FC236}">
                    <a16:creationId xmlns:a16="http://schemas.microsoft.com/office/drawing/2014/main" id="{2842978E-0583-48ED-9822-36C5900F27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91444" y="2373778"/>
                <a:ext cx="981541" cy="975445"/>
              </a:xfrm>
              <a:prstGeom prst="rect">
                <a:avLst/>
              </a:prstGeom>
            </p:spPr>
          </p:pic>
        </p:grpSp>
        <p:grpSp>
          <p:nvGrpSpPr>
            <p:cNvPr id="24" name="群組 23">
              <a:extLst>
                <a:ext uri="{FF2B5EF4-FFF2-40B4-BE49-F238E27FC236}">
                  <a16:creationId xmlns:a16="http://schemas.microsoft.com/office/drawing/2014/main" id="{55294A14-C7A5-4C54-A992-B1EAE499BDA8}"/>
                </a:ext>
              </a:extLst>
            </p:cNvPr>
            <p:cNvGrpSpPr/>
            <p:nvPr/>
          </p:nvGrpSpPr>
          <p:grpSpPr>
            <a:xfrm>
              <a:off x="6508492" y="1537362"/>
              <a:ext cx="954812" cy="914741"/>
              <a:chOff x="6642592" y="2425096"/>
              <a:chExt cx="954812" cy="914741"/>
            </a:xfrm>
          </p:grpSpPr>
          <p:pic>
            <p:nvPicPr>
              <p:cNvPr id="12" name="圖片 11">
                <a:extLst>
                  <a:ext uri="{FF2B5EF4-FFF2-40B4-BE49-F238E27FC236}">
                    <a16:creationId xmlns:a16="http://schemas.microsoft.com/office/drawing/2014/main" id="{914FACF0-54CE-437D-B834-837CFA2C31E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49679" b="50080"/>
              <a:stretch/>
            </p:blipFill>
            <p:spPr>
              <a:xfrm>
                <a:off x="6642592" y="2425096"/>
                <a:ext cx="674255" cy="668890"/>
              </a:xfrm>
              <a:prstGeom prst="rect">
                <a:avLst/>
              </a:prstGeom>
            </p:spPr>
          </p:pic>
          <p:pic>
            <p:nvPicPr>
              <p:cNvPr id="19" name="圖片 18">
                <a:extLst>
                  <a:ext uri="{FF2B5EF4-FFF2-40B4-BE49-F238E27FC236}">
                    <a16:creationId xmlns:a16="http://schemas.microsoft.com/office/drawing/2014/main" id="{3A6CA27A-030A-42F8-B5B0-A37E4BE906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05116" y="2483047"/>
                <a:ext cx="670618" cy="670618"/>
              </a:xfrm>
              <a:prstGeom prst="rect">
                <a:avLst/>
              </a:prstGeom>
            </p:spPr>
          </p:pic>
          <p:pic>
            <p:nvPicPr>
              <p:cNvPr id="20" name="圖片 19">
                <a:extLst>
                  <a:ext uri="{FF2B5EF4-FFF2-40B4-BE49-F238E27FC236}">
                    <a16:creationId xmlns:a16="http://schemas.microsoft.com/office/drawing/2014/main" id="{869B156A-B2EE-46C7-9329-00ABEFC237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79006" y="2543307"/>
                <a:ext cx="670618" cy="670618"/>
              </a:xfrm>
              <a:prstGeom prst="rect">
                <a:avLst/>
              </a:prstGeom>
            </p:spPr>
          </p:pic>
          <p:pic>
            <p:nvPicPr>
              <p:cNvPr id="21" name="圖片 20">
                <a:extLst>
                  <a:ext uri="{FF2B5EF4-FFF2-40B4-BE49-F238E27FC236}">
                    <a16:creationId xmlns:a16="http://schemas.microsoft.com/office/drawing/2014/main" id="{DF11FD97-F2B3-48A8-A0D9-A61EE5C7E5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52896" y="2606263"/>
                <a:ext cx="670618" cy="670618"/>
              </a:xfrm>
              <a:prstGeom prst="rect">
                <a:avLst/>
              </a:prstGeom>
            </p:spPr>
          </p:pic>
          <p:pic>
            <p:nvPicPr>
              <p:cNvPr id="22" name="圖片 21">
                <a:extLst>
                  <a:ext uri="{FF2B5EF4-FFF2-40B4-BE49-F238E27FC236}">
                    <a16:creationId xmlns:a16="http://schemas.microsoft.com/office/drawing/2014/main" id="{B295639C-F4F7-473F-91CD-F672D6A853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26786" y="2669219"/>
                <a:ext cx="670618" cy="670618"/>
              </a:xfrm>
              <a:prstGeom prst="rect">
                <a:avLst/>
              </a:prstGeom>
            </p:spPr>
          </p:pic>
        </p:grpSp>
        <p:pic>
          <p:nvPicPr>
            <p:cNvPr id="25" name="圖片 24">
              <a:extLst>
                <a:ext uri="{FF2B5EF4-FFF2-40B4-BE49-F238E27FC236}">
                  <a16:creationId xmlns:a16="http://schemas.microsoft.com/office/drawing/2014/main" id="{4FF51D5A-1568-4717-9F95-759F375F2B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-1" r="75206"/>
            <a:stretch/>
          </p:blipFill>
          <p:spPr>
            <a:xfrm>
              <a:off x="8238812" y="1038240"/>
              <a:ext cx="166279" cy="670618"/>
            </a:xfrm>
            <a:prstGeom prst="rect">
              <a:avLst/>
            </a:prstGeom>
          </p:spPr>
        </p:pic>
        <p:pic>
          <p:nvPicPr>
            <p:cNvPr id="26" name="圖片 25">
              <a:extLst>
                <a:ext uri="{FF2B5EF4-FFF2-40B4-BE49-F238E27FC236}">
                  <a16:creationId xmlns:a16="http://schemas.microsoft.com/office/drawing/2014/main" id="{0021B9F1-9128-450E-A3B8-A1DCCA3B937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239648" y="2174966"/>
              <a:ext cx="164606" cy="670618"/>
            </a:xfrm>
            <a:prstGeom prst="rect">
              <a:avLst/>
            </a:prstGeom>
          </p:spPr>
        </p:pic>
        <p:pic>
          <p:nvPicPr>
            <p:cNvPr id="27" name="圖片 26">
              <a:extLst>
                <a:ext uri="{FF2B5EF4-FFF2-40B4-BE49-F238E27FC236}">
                  <a16:creationId xmlns:a16="http://schemas.microsoft.com/office/drawing/2014/main" id="{5026C78D-450B-4131-9EA1-39CC3E5EF6A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58497" y="1584060"/>
              <a:ext cx="164606" cy="670618"/>
            </a:xfrm>
            <a:prstGeom prst="rect">
              <a:avLst/>
            </a:prstGeom>
          </p:spPr>
        </p:pic>
        <p:pic>
          <p:nvPicPr>
            <p:cNvPr id="28" name="圖片 27">
              <a:extLst>
                <a:ext uri="{FF2B5EF4-FFF2-40B4-BE49-F238E27FC236}">
                  <a16:creationId xmlns:a16="http://schemas.microsoft.com/office/drawing/2014/main" id="{B9555DB1-3FC6-4E92-911F-32126E949E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b="48355"/>
            <a:stretch/>
          </p:blipFill>
          <p:spPr>
            <a:xfrm>
              <a:off x="9426165" y="1757451"/>
              <a:ext cx="164606" cy="346341"/>
            </a:xfrm>
            <a:prstGeom prst="rect">
              <a:avLst/>
            </a:prstGeom>
          </p:spPr>
        </p:pic>
        <p:cxnSp>
          <p:nvCxnSpPr>
            <p:cNvPr id="30" name="直線單箭頭接點 29">
              <a:extLst>
                <a:ext uri="{FF2B5EF4-FFF2-40B4-BE49-F238E27FC236}">
                  <a16:creationId xmlns:a16="http://schemas.microsoft.com/office/drawing/2014/main" id="{6943ACD9-CCAB-49C0-8379-1D9F1C63BD5E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 flipV="1">
              <a:off x="3638989" y="1961670"/>
              <a:ext cx="779677" cy="2"/>
            </a:xfrm>
            <a:prstGeom prst="straightConnector1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單箭頭接點 31">
              <a:extLst>
                <a:ext uri="{FF2B5EF4-FFF2-40B4-BE49-F238E27FC236}">
                  <a16:creationId xmlns:a16="http://schemas.microsoft.com/office/drawing/2014/main" id="{76D55E2E-2E9D-45DA-A4B5-258D1A6E663B}"/>
                </a:ext>
              </a:extLst>
            </p:cNvPr>
            <p:cNvCxnSpPr/>
            <p:nvPr/>
          </p:nvCxnSpPr>
          <p:spPr>
            <a:xfrm>
              <a:off x="5943288" y="1961670"/>
              <a:ext cx="565204" cy="0"/>
            </a:xfrm>
            <a:prstGeom prst="straightConnector1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單箭頭接點 33">
              <a:extLst>
                <a:ext uri="{FF2B5EF4-FFF2-40B4-BE49-F238E27FC236}">
                  <a16:creationId xmlns:a16="http://schemas.microsoft.com/office/drawing/2014/main" id="{5214CB30-B388-405F-B222-19049A4D92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33772" y="1136073"/>
              <a:ext cx="931174" cy="337875"/>
            </a:xfrm>
            <a:prstGeom prst="straightConnector1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單箭頭接點 35">
              <a:extLst>
                <a:ext uri="{FF2B5EF4-FFF2-40B4-BE49-F238E27FC236}">
                  <a16:creationId xmlns:a16="http://schemas.microsoft.com/office/drawing/2014/main" id="{92DF8390-AC72-402B-A0FA-3FBD10D770CD}"/>
                </a:ext>
              </a:extLst>
            </p:cNvPr>
            <p:cNvCxnSpPr>
              <a:cxnSpLocks/>
            </p:cNvCxnSpPr>
            <p:nvPr/>
          </p:nvCxnSpPr>
          <p:spPr>
            <a:xfrm>
              <a:off x="6845619" y="2493199"/>
              <a:ext cx="1393193" cy="286947"/>
            </a:xfrm>
            <a:prstGeom prst="straightConnector1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單箭頭接點 37">
              <a:extLst>
                <a:ext uri="{FF2B5EF4-FFF2-40B4-BE49-F238E27FC236}">
                  <a16:creationId xmlns:a16="http://schemas.microsoft.com/office/drawing/2014/main" id="{A692F329-BDD2-4739-8249-BCB5BB407D8A}"/>
                </a:ext>
              </a:extLst>
            </p:cNvPr>
            <p:cNvCxnSpPr/>
            <p:nvPr/>
          </p:nvCxnSpPr>
          <p:spPr>
            <a:xfrm>
              <a:off x="8404254" y="1136073"/>
              <a:ext cx="454243" cy="519500"/>
            </a:xfrm>
            <a:prstGeom prst="straightConnector1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單箭頭接點 39">
              <a:extLst>
                <a:ext uri="{FF2B5EF4-FFF2-40B4-BE49-F238E27FC236}">
                  <a16:creationId xmlns:a16="http://schemas.microsoft.com/office/drawing/2014/main" id="{BA8DB398-918F-490A-AC29-8D0C01A0DE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04254" y="2206252"/>
              <a:ext cx="454243" cy="573894"/>
            </a:xfrm>
            <a:prstGeom prst="straightConnector1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單箭頭接點 42">
              <a:extLst>
                <a:ext uri="{FF2B5EF4-FFF2-40B4-BE49-F238E27FC236}">
                  <a16:creationId xmlns:a16="http://schemas.microsoft.com/office/drawing/2014/main" id="{7BBA1143-BD4E-4143-A71C-F2C0E5F7F4DC}"/>
                </a:ext>
              </a:extLst>
            </p:cNvPr>
            <p:cNvCxnSpPr/>
            <p:nvPr/>
          </p:nvCxnSpPr>
          <p:spPr>
            <a:xfrm>
              <a:off x="9023103" y="1708858"/>
              <a:ext cx="403062" cy="85306"/>
            </a:xfrm>
            <a:prstGeom prst="straightConnector1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單箭頭接點 44">
              <a:extLst>
                <a:ext uri="{FF2B5EF4-FFF2-40B4-BE49-F238E27FC236}">
                  <a16:creationId xmlns:a16="http://schemas.microsoft.com/office/drawing/2014/main" id="{A2627054-7607-469E-BD6E-3199A16972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49842" y="2053838"/>
              <a:ext cx="376323" cy="121129"/>
            </a:xfrm>
            <a:prstGeom prst="straightConnector1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單箭頭接點 49">
              <a:extLst>
                <a:ext uri="{FF2B5EF4-FFF2-40B4-BE49-F238E27FC236}">
                  <a16:creationId xmlns:a16="http://schemas.microsoft.com/office/drawing/2014/main" id="{EDAAC9F9-CDFD-4958-8514-E4FADD87582A}"/>
                </a:ext>
              </a:extLst>
            </p:cNvPr>
            <p:cNvCxnSpPr/>
            <p:nvPr/>
          </p:nvCxnSpPr>
          <p:spPr>
            <a:xfrm>
              <a:off x="7463304" y="1961670"/>
              <a:ext cx="701642" cy="0"/>
            </a:xfrm>
            <a:prstGeom prst="straightConnector1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接點 51">
              <a:extLst>
                <a:ext uri="{FF2B5EF4-FFF2-40B4-BE49-F238E27FC236}">
                  <a16:creationId xmlns:a16="http://schemas.microsoft.com/office/drawing/2014/main" id="{4B50FD37-6118-46DB-809D-4310DA977521}"/>
                </a:ext>
              </a:extLst>
            </p:cNvPr>
            <p:cNvCxnSpPr/>
            <p:nvPr/>
          </p:nvCxnSpPr>
          <p:spPr>
            <a:xfrm>
              <a:off x="8321951" y="1762351"/>
              <a:ext cx="0" cy="323273"/>
            </a:xfrm>
            <a:prstGeom prst="line">
              <a:avLst/>
            </a:prstGeom>
            <a:ln>
              <a:solidFill>
                <a:schemeClr val="bg2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接點 54">
              <a:extLst>
                <a:ext uri="{FF2B5EF4-FFF2-40B4-BE49-F238E27FC236}">
                  <a16:creationId xmlns:a16="http://schemas.microsoft.com/office/drawing/2014/main" id="{55125779-A9DA-4EF8-92A8-B3990C5055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31375" y="1556892"/>
              <a:ext cx="4605" cy="697786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接點 57">
              <a:extLst>
                <a:ext uri="{FF2B5EF4-FFF2-40B4-BE49-F238E27FC236}">
                  <a16:creationId xmlns:a16="http://schemas.microsoft.com/office/drawing/2014/main" id="{909104CF-AC02-48BA-B218-344963BFB7DA}"/>
                </a:ext>
              </a:extLst>
            </p:cNvPr>
            <p:cNvCxnSpPr>
              <a:cxnSpLocks/>
            </p:cNvCxnSpPr>
            <p:nvPr/>
          </p:nvCxnSpPr>
          <p:spPr>
            <a:xfrm>
              <a:off x="9224634" y="1816391"/>
              <a:ext cx="0" cy="223715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8999171D-1D72-4928-A13A-ED1449677D37}"/>
                </a:ext>
              </a:extLst>
            </p:cNvPr>
            <p:cNvSpPr/>
            <p:nvPr/>
          </p:nvSpPr>
          <p:spPr>
            <a:xfrm>
              <a:off x="3663292" y="1631725"/>
              <a:ext cx="65210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HK" dirty="0"/>
                <a:t>Conv</a:t>
              </a:r>
              <a:endParaRPr lang="zh-HK" altLang="en-US" dirty="0"/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C4177E60-FF9A-4D56-9CC1-D588C4CD3168}"/>
                </a:ext>
              </a:extLst>
            </p:cNvPr>
            <p:cNvSpPr/>
            <p:nvPr/>
          </p:nvSpPr>
          <p:spPr>
            <a:xfrm>
              <a:off x="5867481" y="1647427"/>
              <a:ext cx="59522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HK" dirty="0"/>
                <a:t>Pool</a:t>
              </a:r>
              <a:endParaRPr lang="zh-HK" altLang="en-US" dirty="0"/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B611DBAE-DFCB-43B7-8590-2C8B19B7187D}"/>
                </a:ext>
              </a:extLst>
            </p:cNvPr>
            <p:cNvSpPr/>
            <p:nvPr/>
          </p:nvSpPr>
          <p:spPr>
            <a:xfrm>
              <a:off x="7392664" y="1647427"/>
              <a:ext cx="83721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HK" dirty="0"/>
                <a:t>Flatten</a:t>
              </a:r>
              <a:endParaRPr lang="zh-HK" altLang="en-US" dirty="0"/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00DAABA6-A061-4621-B471-03582849849B}"/>
                </a:ext>
              </a:extLst>
            </p:cNvPr>
            <p:cNvSpPr/>
            <p:nvPr/>
          </p:nvSpPr>
          <p:spPr>
            <a:xfrm>
              <a:off x="8940800" y="1214728"/>
              <a:ext cx="58702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HK" dirty="0"/>
                <a:t>fully</a:t>
              </a:r>
              <a:endParaRPr lang="zh-HK" altLang="en-US" dirty="0"/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2E8E738F-70A4-47DC-99BE-30E1C345C15E}"/>
                </a:ext>
              </a:extLst>
            </p:cNvPr>
            <p:cNvSpPr/>
            <p:nvPr/>
          </p:nvSpPr>
          <p:spPr>
            <a:xfrm>
              <a:off x="8639185" y="2325609"/>
              <a:ext cx="11708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HK" dirty="0"/>
                <a:t>connected</a:t>
              </a:r>
              <a:endParaRPr lang="zh-HK" altLang="en-US" dirty="0"/>
            </a:p>
          </p:txBody>
        </p:sp>
      </p:grpSp>
      <p:grpSp>
        <p:nvGrpSpPr>
          <p:cNvPr id="96" name="群組 95">
            <a:extLst>
              <a:ext uri="{FF2B5EF4-FFF2-40B4-BE49-F238E27FC236}">
                <a16:creationId xmlns:a16="http://schemas.microsoft.com/office/drawing/2014/main" id="{ABA1D5BD-2153-49B8-B370-22E555210ACF}"/>
              </a:ext>
            </a:extLst>
          </p:cNvPr>
          <p:cNvGrpSpPr/>
          <p:nvPr/>
        </p:nvGrpSpPr>
        <p:grpSpPr>
          <a:xfrm>
            <a:off x="771593" y="2171382"/>
            <a:ext cx="5312604" cy="1807344"/>
            <a:chOff x="2119568" y="3198587"/>
            <a:chExt cx="5312604" cy="1807344"/>
          </a:xfrm>
        </p:grpSpPr>
        <p:pic>
          <p:nvPicPr>
            <p:cNvPr id="66" name="圖片 65">
              <a:extLst>
                <a:ext uri="{FF2B5EF4-FFF2-40B4-BE49-F238E27FC236}">
                  <a16:creationId xmlns:a16="http://schemas.microsoft.com/office/drawing/2014/main" id="{064EEE21-82DF-4DA7-B064-C7D9B164758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r="87311"/>
            <a:stretch/>
          </p:blipFill>
          <p:spPr>
            <a:xfrm>
              <a:off x="2119568" y="3420993"/>
              <a:ext cx="189523" cy="1475360"/>
            </a:xfrm>
            <a:prstGeom prst="rect">
              <a:avLst/>
            </a:prstGeom>
          </p:spPr>
        </p:pic>
        <p:pic>
          <p:nvPicPr>
            <p:cNvPr id="67" name="圖片 66">
              <a:extLst>
                <a:ext uri="{FF2B5EF4-FFF2-40B4-BE49-F238E27FC236}">
                  <a16:creationId xmlns:a16="http://schemas.microsoft.com/office/drawing/2014/main" id="{4E6727BC-F0D1-4315-8149-9824F1E11B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r="-281" b="25115"/>
            <a:stretch/>
          </p:blipFill>
          <p:spPr>
            <a:xfrm>
              <a:off x="3196467" y="3420993"/>
              <a:ext cx="189522" cy="1104825"/>
            </a:xfrm>
            <a:prstGeom prst="rect">
              <a:avLst/>
            </a:prstGeom>
          </p:spPr>
        </p:pic>
        <p:pic>
          <p:nvPicPr>
            <p:cNvPr id="68" name="圖片 67">
              <a:extLst>
                <a:ext uri="{FF2B5EF4-FFF2-40B4-BE49-F238E27FC236}">
                  <a16:creationId xmlns:a16="http://schemas.microsoft.com/office/drawing/2014/main" id="{D7098F38-042D-4646-BA07-54B8DB84A6D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258459" y="3533046"/>
              <a:ext cx="188992" cy="1103472"/>
            </a:xfrm>
            <a:prstGeom prst="rect">
              <a:avLst/>
            </a:prstGeom>
          </p:spPr>
        </p:pic>
        <p:pic>
          <p:nvPicPr>
            <p:cNvPr id="69" name="圖片 68">
              <a:extLst>
                <a:ext uri="{FF2B5EF4-FFF2-40B4-BE49-F238E27FC236}">
                  <a16:creationId xmlns:a16="http://schemas.microsoft.com/office/drawing/2014/main" id="{A5508669-C0C1-4045-93CB-E239140B5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305746" y="3645099"/>
              <a:ext cx="188992" cy="1103472"/>
            </a:xfrm>
            <a:prstGeom prst="rect">
              <a:avLst/>
            </a:prstGeom>
          </p:spPr>
        </p:pic>
        <p:pic>
          <p:nvPicPr>
            <p:cNvPr id="70" name="圖片 69">
              <a:extLst>
                <a:ext uri="{FF2B5EF4-FFF2-40B4-BE49-F238E27FC236}">
                  <a16:creationId xmlns:a16="http://schemas.microsoft.com/office/drawing/2014/main" id="{289CD3B2-28E6-4F19-9CCF-5EADC2BAC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371506" y="3808089"/>
              <a:ext cx="188992" cy="1103472"/>
            </a:xfrm>
            <a:prstGeom prst="rect">
              <a:avLst/>
            </a:prstGeom>
          </p:spPr>
        </p:pic>
        <p:pic>
          <p:nvPicPr>
            <p:cNvPr id="71" name="圖片 70">
              <a:extLst>
                <a:ext uri="{FF2B5EF4-FFF2-40B4-BE49-F238E27FC236}">
                  <a16:creationId xmlns:a16="http://schemas.microsoft.com/office/drawing/2014/main" id="{97680E30-4CC9-426A-A5A8-3D6472F1C86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b="33093"/>
            <a:stretch/>
          </p:blipFill>
          <p:spPr>
            <a:xfrm>
              <a:off x="4624291" y="3420993"/>
              <a:ext cx="188992" cy="738290"/>
            </a:xfrm>
            <a:prstGeom prst="rect">
              <a:avLst/>
            </a:prstGeom>
          </p:spPr>
        </p:pic>
        <p:pic>
          <p:nvPicPr>
            <p:cNvPr id="73" name="圖片 72">
              <a:extLst>
                <a:ext uri="{FF2B5EF4-FFF2-40B4-BE49-F238E27FC236}">
                  <a16:creationId xmlns:a16="http://schemas.microsoft.com/office/drawing/2014/main" id="{382F1F2A-D8D0-4D63-A3D5-368333531D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688357" y="3645099"/>
              <a:ext cx="188992" cy="737680"/>
            </a:xfrm>
            <a:prstGeom prst="rect">
              <a:avLst/>
            </a:prstGeom>
          </p:spPr>
        </p:pic>
        <p:pic>
          <p:nvPicPr>
            <p:cNvPr id="74" name="圖片 73">
              <a:extLst>
                <a:ext uri="{FF2B5EF4-FFF2-40B4-BE49-F238E27FC236}">
                  <a16:creationId xmlns:a16="http://schemas.microsoft.com/office/drawing/2014/main" id="{7ED84936-7DB9-4A70-8474-FA997C118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750820" y="3869205"/>
              <a:ext cx="188992" cy="737680"/>
            </a:xfrm>
            <a:prstGeom prst="rect">
              <a:avLst/>
            </a:prstGeom>
          </p:spPr>
        </p:pic>
        <p:pic>
          <p:nvPicPr>
            <p:cNvPr id="75" name="圖片 74">
              <a:extLst>
                <a:ext uri="{FF2B5EF4-FFF2-40B4-BE49-F238E27FC236}">
                  <a16:creationId xmlns:a16="http://schemas.microsoft.com/office/drawing/2014/main" id="{D3F4F655-40BE-4D51-97E3-6A404D403A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819247" y="4093311"/>
              <a:ext cx="188992" cy="737680"/>
            </a:xfrm>
            <a:prstGeom prst="rect">
              <a:avLst/>
            </a:prstGeom>
          </p:spPr>
        </p:pic>
        <p:pic>
          <p:nvPicPr>
            <p:cNvPr id="77" name="圖片 76">
              <a:extLst>
                <a:ext uri="{FF2B5EF4-FFF2-40B4-BE49-F238E27FC236}">
                  <a16:creationId xmlns:a16="http://schemas.microsoft.com/office/drawing/2014/main" id="{48708E81-43A7-449D-9D95-EA6E541713A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-1" r="75206"/>
            <a:stretch/>
          </p:blipFill>
          <p:spPr>
            <a:xfrm>
              <a:off x="5860901" y="3198587"/>
              <a:ext cx="166279" cy="670618"/>
            </a:xfrm>
            <a:prstGeom prst="rect">
              <a:avLst/>
            </a:prstGeom>
          </p:spPr>
        </p:pic>
        <p:pic>
          <p:nvPicPr>
            <p:cNvPr id="78" name="圖片 77">
              <a:extLst>
                <a:ext uri="{FF2B5EF4-FFF2-40B4-BE49-F238E27FC236}">
                  <a16:creationId xmlns:a16="http://schemas.microsoft.com/office/drawing/2014/main" id="{781F2840-D17F-4E2B-9E62-6DFAA379DA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61737" y="4335313"/>
              <a:ext cx="164606" cy="670618"/>
            </a:xfrm>
            <a:prstGeom prst="rect">
              <a:avLst/>
            </a:prstGeom>
          </p:spPr>
        </p:pic>
        <p:pic>
          <p:nvPicPr>
            <p:cNvPr id="79" name="圖片 78">
              <a:extLst>
                <a:ext uri="{FF2B5EF4-FFF2-40B4-BE49-F238E27FC236}">
                  <a16:creationId xmlns:a16="http://schemas.microsoft.com/office/drawing/2014/main" id="{78E9275D-1F84-4E0F-AD51-8071C1013A8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80586" y="3744407"/>
              <a:ext cx="164606" cy="670618"/>
            </a:xfrm>
            <a:prstGeom prst="rect">
              <a:avLst/>
            </a:prstGeom>
          </p:spPr>
        </p:pic>
        <p:pic>
          <p:nvPicPr>
            <p:cNvPr id="80" name="圖片 79">
              <a:extLst>
                <a:ext uri="{FF2B5EF4-FFF2-40B4-BE49-F238E27FC236}">
                  <a16:creationId xmlns:a16="http://schemas.microsoft.com/office/drawing/2014/main" id="{C5AA5BE9-D39D-4DA9-80EF-AD33224675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b="48355"/>
            <a:stretch/>
          </p:blipFill>
          <p:spPr>
            <a:xfrm>
              <a:off x="7048254" y="3917798"/>
              <a:ext cx="164606" cy="346341"/>
            </a:xfrm>
            <a:prstGeom prst="rect">
              <a:avLst/>
            </a:prstGeom>
          </p:spPr>
        </p:pic>
        <p:cxnSp>
          <p:nvCxnSpPr>
            <p:cNvPr id="81" name="直線單箭頭接點 80">
              <a:extLst>
                <a:ext uri="{FF2B5EF4-FFF2-40B4-BE49-F238E27FC236}">
                  <a16:creationId xmlns:a16="http://schemas.microsoft.com/office/drawing/2014/main" id="{C4ABE148-97C4-43D2-BE0A-F977827405DA}"/>
                </a:ext>
              </a:extLst>
            </p:cNvPr>
            <p:cNvCxnSpPr/>
            <p:nvPr/>
          </p:nvCxnSpPr>
          <p:spPr>
            <a:xfrm>
              <a:off x="6026343" y="3296420"/>
              <a:ext cx="454243" cy="519500"/>
            </a:xfrm>
            <a:prstGeom prst="straightConnector1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線單箭頭接點 81">
              <a:extLst>
                <a:ext uri="{FF2B5EF4-FFF2-40B4-BE49-F238E27FC236}">
                  <a16:creationId xmlns:a16="http://schemas.microsoft.com/office/drawing/2014/main" id="{F7DD7FC2-33BC-4DAE-B1DD-335C6CEF43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26343" y="4366599"/>
              <a:ext cx="454243" cy="573894"/>
            </a:xfrm>
            <a:prstGeom prst="straightConnector1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線單箭頭接點 82">
              <a:extLst>
                <a:ext uri="{FF2B5EF4-FFF2-40B4-BE49-F238E27FC236}">
                  <a16:creationId xmlns:a16="http://schemas.microsoft.com/office/drawing/2014/main" id="{5634C37C-BDB6-48D6-AB6F-A2D5A1739E3D}"/>
                </a:ext>
              </a:extLst>
            </p:cNvPr>
            <p:cNvCxnSpPr/>
            <p:nvPr/>
          </p:nvCxnSpPr>
          <p:spPr>
            <a:xfrm>
              <a:off x="6645192" y="3869205"/>
              <a:ext cx="403062" cy="85306"/>
            </a:xfrm>
            <a:prstGeom prst="straightConnector1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線單箭頭接點 83">
              <a:extLst>
                <a:ext uri="{FF2B5EF4-FFF2-40B4-BE49-F238E27FC236}">
                  <a16:creationId xmlns:a16="http://schemas.microsoft.com/office/drawing/2014/main" id="{D19FB2C8-3B49-4DE7-9EDD-600633F562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1931" y="4214185"/>
              <a:ext cx="376323" cy="121129"/>
            </a:xfrm>
            <a:prstGeom prst="straightConnector1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線接點 84">
              <a:extLst>
                <a:ext uri="{FF2B5EF4-FFF2-40B4-BE49-F238E27FC236}">
                  <a16:creationId xmlns:a16="http://schemas.microsoft.com/office/drawing/2014/main" id="{306E025A-E129-419E-ABBC-15CCDB929DAF}"/>
                </a:ext>
              </a:extLst>
            </p:cNvPr>
            <p:cNvCxnSpPr/>
            <p:nvPr/>
          </p:nvCxnSpPr>
          <p:spPr>
            <a:xfrm>
              <a:off x="5944040" y="3922698"/>
              <a:ext cx="0" cy="323273"/>
            </a:xfrm>
            <a:prstGeom prst="line">
              <a:avLst/>
            </a:prstGeom>
            <a:ln>
              <a:solidFill>
                <a:schemeClr val="bg2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線接點 85">
              <a:extLst>
                <a:ext uri="{FF2B5EF4-FFF2-40B4-BE49-F238E27FC236}">
                  <a16:creationId xmlns:a16="http://schemas.microsoft.com/office/drawing/2014/main" id="{F09DE4FF-293C-4B87-9922-46803D6385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53464" y="3717239"/>
              <a:ext cx="4605" cy="697786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線接點 86">
              <a:extLst>
                <a:ext uri="{FF2B5EF4-FFF2-40B4-BE49-F238E27FC236}">
                  <a16:creationId xmlns:a16="http://schemas.microsoft.com/office/drawing/2014/main" id="{729212E7-58EF-4CFC-8E73-97719B7C4E1B}"/>
                </a:ext>
              </a:extLst>
            </p:cNvPr>
            <p:cNvCxnSpPr>
              <a:cxnSpLocks/>
            </p:cNvCxnSpPr>
            <p:nvPr/>
          </p:nvCxnSpPr>
          <p:spPr>
            <a:xfrm>
              <a:off x="6846723" y="3976738"/>
              <a:ext cx="0" cy="223715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B73B5256-11EE-4609-B353-278514AD69B0}"/>
                </a:ext>
              </a:extLst>
            </p:cNvPr>
            <p:cNvSpPr/>
            <p:nvPr/>
          </p:nvSpPr>
          <p:spPr>
            <a:xfrm>
              <a:off x="6562889" y="3375075"/>
              <a:ext cx="58702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HK" dirty="0"/>
                <a:t>fully</a:t>
              </a:r>
              <a:endParaRPr lang="zh-HK" altLang="en-US" dirty="0"/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84E12A9B-C860-4A82-880C-51E9DF73BA1C}"/>
                </a:ext>
              </a:extLst>
            </p:cNvPr>
            <p:cNvSpPr/>
            <p:nvPr/>
          </p:nvSpPr>
          <p:spPr>
            <a:xfrm>
              <a:off x="6261274" y="4485956"/>
              <a:ext cx="11708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HK" dirty="0"/>
                <a:t>connected</a:t>
              </a:r>
              <a:endParaRPr lang="zh-HK" altLang="en-US" dirty="0"/>
            </a:p>
          </p:txBody>
        </p:sp>
        <p:cxnSp>
          <p:nvCxnSpPr>
            <p:cNvPr id="90" name="直線單箭頭接點 89">
              <a:extLst>
                <a:ext uri="{FF2B5EF4-FFF2-40B4-BE49-F238E27FC236}">
                  <a16:creationId xmlns:a16="http://schemas.microsoft.com/office/drawing/2014/main" id="{AA2395BC-C42D-4058-9C5C-EED1CB4A0A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81218" y="4161066"/>
              <a:ext cx="779677" cy="2"/>
            </a:xfrm>
            <a:prstGeom prst="straightConnector1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9F1EE8DE-F43B-4F1A-AE83-F317A17191C6}"/>
                </a:ext>
              </a:extLst>
            </p:cNvPr>
            <p:cNvSpPr/>
            <p:nvPr/>
          </p:nvSpPr>
          <p:spPr>
            <a:xfrm>
              <a:off x="2405521" y="3831121"/>
              <a:ext cx="65210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HK" dirty="0"/>
                <a:t>Conv</a:t>
              </a:r>
              <a:endParaRPr lang="zh-HK" altLang="en-US" dirty="0"/>
            </a:p>
          </p:txBody>
        </p:sp>
        <p:cxnSp>
          <p:nvCxnSpPr>
            <p:cNvPr id="92" name="直線單箭頭接點 91">
              <a:extLst>
                <a:ext uri="{FF2B5EF4-FFF2-40B4-BE49-F238E27FC236}">
                  <a16:creationId xmlns:a16="http://schemas.microsoft.com/office/drawing/2014/main" id="{C6CA8F68-640F-4BBF-862E-905F6D02848F}"/>
                </a:ext>
              </a:extLst>
            </p:cNvPr>
            <p:cNvCxnSpPr/>
            <p:nvPr/>
          </p:nvCxnSpPr>
          <p:spPr>
            <a:xfrm>
              <a:off x="3794077" y="4158673"/>
              <a:ext cx="565204" cy="0"/>
            </a:xfrm>
            <a:prstGeom prst="straightConnector1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D42F1C50-4785-4C50-9DB6-63B1E50DD838}"/>
                </a:ext>
              </a:extLst>
            </p:cNvPr>
            <p:cNvSpPr/>
            <p:nvPr/>
          </p:nvSpPr>
          <p:spPr>
            <a:xfrm>
              <a:off x="3763475" y="3862652"/>
              <a:ext cx="59522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HK" dirty="0"/>
                <a:t>Pool</a:t>
              </a:r>
              <a:endParaRPr lang="zh-HK" altLang="en-US" dirty="0"/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47933097-73DC-439A-AD64-A3807C4F190E}"/>
                </a:ext>
              </a:extLst>
            </p:cNvPr>
            <p:cNvSpPr/>
            <p:nvPr/>
          </p:nvSpPr>
          <p:spPr>
            <a:xfrm>
              <a:off x="5067792" y="3808089"/>
              <a:ext cx="83721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HK" dirty="0"/>
                <a:t>Flatten</a:t>
              </a:r>
              <a:endParaRPr lang="zh-HK" altLang="en-US" dirty="0"/>
            </a:p>
          </p:txBody>
        </p:sp>
        <p:cxnSp>
          <p:nvCxnSpPr>
            <p:cNvPr id="95" name="直線單箭頭接點 94">
              <a:extLst>
                <a:ext uri="{FF2B5EF4-FFF2-40B4-BE49-F238E27FC236}">
                  <a16:creationId xmlns:a16="http://schemas.microsoft.com/office/drawing/2014/main" id="{6472FCDF-FD48-447F-81F4-42D28B4621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86301" y="4134545"/>
              <a:ext cx="779677" cy="2"/>
            </a:xfrm>
            <a:prstGeom prst="straightConnector1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3E805B3C-EB09-4D22-810F-D8C6682CC0D4}"/>
              </a:ext>
            </a:extLst>
          </p:cNvPr>
          <p:cNvGrpSpPr/>
          <p:nvPr/>
        </p:nvGrpSpPr>
        <p:grpSpPr>
          <a:xfrm>
            <a:off x="3402845" y="4167402"/>
            <a:ext cx="6682768" cy="2256501"/>
            <a:chOff x="3402845" y="4167402"/>
            <a:chExt cx="6682768" cy="2256501"/>
          </a:xfrm>
        </p:grpSpPr>
        <p:grpSp>
          <p:nvGrpSpPr>
            <p:cNvPr id="54" name="群組 53">
              <a:extLst>
                <a:ext uri="{FF2B5EF4-FFF2-40B4-BE49-F238E27FC236}">
                  <a16:creationId xmlns:a16="http://schemas.microsoft.com/office/drawing/2014/main" id="{8409D2FB-5C9F-45CF-8656-A00DAA003C07}"/>
                </a:ext>
              </a:extLst>
            </p:cNvPr>
            <p:cNvGrpSpPr/>
            <p:nvPr/>
          </p:nvGrpSpPr>
          <p:grpSpPr>
            <a:xfrm>
              <a:off x="3402845" y="4167402"/>
              <a:ext cx="6682768" cy="2256501"/>
              <a:chOff x="3402845" y="4167402"/>
              <a:chExt cx="6682768" cy="2256501"/>
            </a:xfrm>
          </p:grpSpPr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D846CACC-4AF0-4AAE-B4D5-E6DCF62332B6}"/>
                  </a:ext>
                </a:extLst>
              </p:cNvPr>
              <p:cNvSpPr/>
              <p:nvPr/>
            </p:nvSpPr>
            <p:spPr>
              <a:xfrm>
                <a:off x="3402845" y="4509856"/>
                <a:ext cx="1502644" cy="126536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/>
              </a:p>
            </p:txBody>
          </p:sp>
          <p:pic>
            <p:nvPicPr>
              <p:cNvPr id="4" name="圖片 3">
                <a:extLst>
                  <a:ext uri="{FF2B5EF4-FFF2-40B4-BE49-F238E27FC236}">
                    <a16:creationId xmlns:a16="http://schemas.microsoft.com/office/drawing/2014/main" id="{DD86D3E5-F3F2-4108-A7D9-7D6273EF88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04049" y="4621436"/>
                <a:ext cx="670618" cy="670618"/>
              </a:xfrm>
              <a:prstGeom prst="rect">
                <a:avLst/>
              </a:prstGeom>
            </p:spPr>
          </p:pic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B455486C-A956-432E-AE71-BCAD4CA7D8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03194" y="4725902"/>
                <a:ext cx="670618" cy="670618"/>
              </a:xfrm>
              <a:prstGeom prst="rect">
                <a:avLst/>
              </a:prstGeom>
            </p:spPr>
          </p:pic>
          <p:pic>
            <p:nvPicPr>
              <p:cNvPr id="6" name="圖片 5">
                <a:extLst>
                  <a:ext uri="{FF2B5EF4-FFF2-40B4-BE49-F238E27FC236}">
                    <a16:creationId xmlns:a16="http://schemas.microsoft.com/office/drawing/2014/main" id="{BDBCD6B8-4108-44C2-AED7-5CF37DA09E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02339" y="4830368"/>
                <a:ext cx="670618" cy="670618"/>
              </a:xfrm>
              <a:prstGeom prst="rect">
                <a:avLst/>
              </a:prstGeom>
            </p:spPr>
          </p:pic>
          <p:pic>
            <p:nvPicPr>
              <p:cNvPr id="7" name="圖片 6">
                <a:extLst>
                  <a:ext uri="{FF2B5EF4-FFF2-40B4-BE49-F238E27FC236}">
                    <a16:creationId xmlns:a16="http://schemas.microsoft.com/office/drawing/2014/main" id="{BA832F17-0450-4F26-8211-070503D230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08225" y="4936635"/>
                <a:ext cx="670618" cy="670618"/>
              </a:xfrm>
              <a:prstGeom prst="rect">
                <a:avLst/>
              </a:prstGeom>
            </p:spPr>
          </p:pic>
          <p:pic>
            <p:nvPicPr>
              <p:cNvPr id="8" name="圖片 7">
                <a:extLst>
                  <a:ext uri="{FF2B5EF4-FFF2-40B4-BE49-F238E27FC236}">
                    <a16:creationId xmlns:a16="http://schemas.microsoft.com/office/drawing/2014/main" id="{B0CED8F6-732E-4BD2-9AF0-3C57DE3869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23301" y="5042902"/>
                <a:ext cx="670618" cy="670618"/>
              </a:xfrm>
              <a:prstGeom prst="rect">
                <a:avLst/>
              </a:prstGeom>
            </p:spPr>
          </p:pic>
          <p:pic>
            <p:nvPicPr>
              <p:cNvPr id="10" name="圖片 9">
                <a:extLst>
                  <a:ext uri="{FF2B5EF4-FFF2-40B4-BE49-F238E27FC236}">
                    <a16:creationId xmlns:a16="http://schemas.microsoft.com/office/drawing/2014/main" id="{2DA74B12-61E6-4400-9098-8A71072126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37648" y="5138269"/>
                <a:ext cx="670618" cy="670618"/>
              </a:xfrm>
              <a:prstGeom prst="rect">
                <a:avLst/>
              </a:prstGeom>
            </p:spPr>
          </p:pic>
          <p:pic>
            <p:nvPicPr>
              <p:cNvPr id="18" name="圖片 17">
                <a:extLst>
                  <a:ext uri="{FF2B5EF4-FFF2-40B4-BE49-F238E27FC236}">
                    <a16:creationId xmlns:a16="http://schemas.microsoft.com/office/drawing/2014/main" id="{8708D514-2D75-4B6B-83CA-135FE8A143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096655" y="4555751"/>
                <a:ext cx="1019263" cy="856181"/>
              </a:xfrm>
              <a:prstGeom prst="rect">
                <a:avLst/>
              </a:prstGeom>
            </p:spPr>
          </p:pic>
          <p:pic>
            <p:nvPicPr>
              <p:cNvPr id="35" name="圖片 34">
                <a:extLst>
                  <a:ext uri="{FF2B5EF4-FFF2-40B4-BE49-F238E27FC236}">
                    <a16:creationId xmlns:a16="http://schemas.microsoft.com/office/drawing/2014/main" id="{561EE4E3-C437-4747-91DE-D4F3753631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195800" y="4645250"/>
                <a:ext cx="1018120" cy="859611"/>
              </a:xfrm>
              <a:prstGeom prst="rect">
                <a:avLst/>
              </a:prstGeom>
            </p:spPr>
          </p:pic>
          <p:pic>
            <p:nvPicPr>
              <p:cNvPr id="37" name="圖片 36">
                <a:extLst>
                  <a:ext uri="{FF2B5EF4-FFF2-40B4-BE49-F238E27FC236}">
                    <a16:creationId xmlns:a16="http://schemas.microsoft.com/office/drawing/2014/main" id="{5BF33A54-7707-4A5F-AB43-AEBCA579E1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294945" y="4740211"/>
                <a:ext cx="1018120" cy="859611"/>
              </a:xfrm>
              <a:prstGeom prst="rect">
                <a:avLst/>
              </a:prstGeom>
            </p:spPr>
          </p:pic>
          <p:pic>
            <p:nvPicPr>
              <p:cNvPr id="39" name="圖片 38">
                <a:extLst>
                  <a:ext uri="{FF2B5EF4-FFF2-40B4-BE49-F238E27FC236}">
                    <a16:creationId xmlns:a16="http://schemas.microsoft.com/office/drawing/2014/main" id="{4242788A-16E6-41A1-9A9A-04B3CCC35E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390981" y="4842138"/>
                <a:ext cx="1018120" cy="859611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A8B060AE-9691-4B29-8E4C-0FB63878A2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508063" y="4944065"/>
                <a:ext cx="1018120" cy="859611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ED28C492-6CC5-4D96-96B4-C80166F447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630254" y="5042902"/>
                <a:ext cx="1018120" cy="859611"/>
              </a:xfrm>
              <a:prstGeom prst="rect">
                <a:avLst/>
              </a:prstGeom>
            </p:spPr>
          </p:pic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F7FB2828-1970-4285-A288-1F8E61FF8F69}"/>
                  </a:ext>
                </a:extLst>
              </p:cNvPr>
              <p:cNvSpPr txBox="1"/>
              <p:nvPr/>
            </p:nvSpPr>
            <p:spPr>
              <a:xfrm>
                <a:off x="3719816" y="6054571"/>
                <a:ext cx="7931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HK" dirty="0"/>
                  <a:t>n, n, 1</a:t>
                </a:r>
                <a:endParaRPr lang="zh-HK" altLang="en-US" dirty="0"/>
              </a:p>
            </p:txBody>
          </p:sp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A8B7461B-4B86-4C26-A8D8-5013D72454ED}"/>
                  </a:ext>
                </a:extLst>
              </p:cNvPr>
              <p:cNvSpPr txBox="1"/>
              <p:nvPr/>
            </p:nvSpPr>
            <p:spPr>
              <a:xfrm>
                <a:off x="6100810" y="6054571"/>
                <a:ext cx="7931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HK" dirty="0"/>
                  <a:t>k, k, f</a:t>
                </a:r>
                <a:endParaRPr lang="zh-HK" altLang="en-US" dirty="0"/>
              </a:p>
            </p:txBody>
          </p:sp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9B5A0096-3668-4A1E-A7EA-369669293D48}"/>
                  </a:ext>
                </a:extLst>
              </p:cNvPr>
              <p:cNvSpPr txBox="1"/>
              <p:nvPr/>
            </p:nvSpPr>
            <p:spPr>
              <a:xfrm>
                <a:off x="8193220" y="6054571"/>
                <a:ext cx="18453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HK" dirty="0"/>
                  <a:t>(n-k+1), (n-k+1), f</a:t>
                </a:r>
                <a:endParaRPr lang="zh-HK" altLang="en-US" dirty="0"/>
              </a:p>
            </p:txBody>
          </p:sp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E78531B9-F8C5-4F3B-83CF-65BB08BB768D}"/>
                  </a:ext>
                </a:extLst>
              </p:cNvPr>
              <p:cNvSpPr txBox="1"/>
              <p:nvPr/>
            </p:nvSpPr>
            <p:spPr>
              <a:xfrm>
                <a:off x="5127662" y="5042902"/>
                <a:ext cx="37108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HK" sz="3200" dirty="0"/>
                  <a:t>*</a:t>
                </a:r>
                <a:endParaRPr lang="zh-HK" altLang="en-US" sz="3200" dirty="0"/>
              </a:p>
            </p:txBody>
          </p:sp>
          <p:sp>
            <p:nvSpPr>
              <p:cNvPr id="99" name="文字方塊 98">
                <a:extLst>
                  <a:ext uri="{FF2B5EF4-FFF2-40B4-BE49-F238E27FC236}">
                    <a16:creationId xmlns:a16="http://schemas.microsoft.com/office/drawing/2014/main" id="{757F40FB-EAF6-4663-9949-65B6A5C76C4C}"/>
                  </a:ext>
                </a:extLst>
              </p:cNvPr>
              <p:cNvSpPr txBox="1"/>
              <p:nvPr/>
            </p:nvSpPr>
            <p:spPr>
              <a:xfrm>
                <a:off x="7392735" y="4983841"/>
                <a:ext cx="37108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HK" sz="3200" dirty="0"/>
                  <a:t>=</a:t>
                </a:r>
                <a:endParaRPr lang="zh-HK" altLang="en-US" sz="3200" dirty="0"/>
              </a:p>
            </p:txBody>
          </p:sp>
          <p:cxnSp>
            <p:nvCxnSpPr>
              <p:cNvPr id="100" name="直線單箭頭接點 99">
                <a:extLst>
                  <a:ext uri="{FF2B5EF4-FFF2-40B4-BE49-F238E27FC236}">
                    <a16:creationId xmlns:a16="http://schemas.microsoft.com/office/drawing/2014/main" id="{29BD2765-6721-4F6A-94E8-B8FDEADAE25E}"/>
                  </a:ext>
                </a:extLst>
              </p:cNvPr>
              <p:cNvCxnSpPr/>
              <p:nvPr/>
            </p:nvCxnSpPr>
            <p:spPr>
              <a:xfrm flipH="1">
                <a:off x="7002007" y="4965471"/>
                <a:ext cx="315756" cy="19147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3" name="群組 52">
                <a:extLst>
                  <a:ext uri="{FF2B5EF4-FFF2-40B4-BE49-F238E27FC236}">
                    <a16:creationId xmlns:a16="http://schemas.microsoft.com/office/drawing/2014/main" id="{647C5896-09A4-4888-A878-BF9158B8285E}"/>
                  </a:ext>
                </a:extLst>
              </p:cNvPr>
              <p:cNvGrpSpPr/>
              <p:nvPr/>
            </p:nvGrpSpPr>
            <p:grpSpPr>
              <a:xfrm>
                <a:off x="6497364" y="4225038"/>
                <a:ext cx="433222" cy="396398"/>
                <a:chOff x="6497364" y="4225038"/>
                <a:chExt cx="433222" cy="396398"/>
              </a:xfrm>
            </p:grpSpPr>
            <p:cxnSp>
              <p:nvCxnSpPr>
                <p:cNvPr id="48" name="直線單箭頭接點 47">
                  <a:extLst>
                    <a:ext uri="{FF2B5EF4-FFF2-40B4-BE49-F238E27FC236}">
                      <a16:creationId xmlns:a16="http://schemas.microsoft.com/office/drawing/2014/main" id="{A7A38FB2-FD2E-4166-BB5E-E380EE9042CC}"/>
                    </a:ext>
                  </a:extLst>
                </p:cNvPr>
                <p:cNvCxnSpPr/>
                <p:nvPr/>
              </p:nvCxnSpPr>
              <p:spPr>
                <a:xfrm flipH="1">
                  <a:off x="6497364" y="4429957"/>
                  <a:ext cx="315756" cy="19147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" name="文字方塊 48">
                  <a:extLst>
                    <a:ext uri="{FF2B5EF4-FFF2-40B4-BE49-F238E27FC236}">
                      <a16:creationId xmlns:a16="http://schemas.microsoft.com/office/drawing/2014/main" id="{F965265F-29B6-4147-8CD0-0F64BEC9667B}"/>
                    </a:ext>
                  </a:extLst>
                </p:cNvPr>
                <p:cNvSpPr txBox="1"/>
                <p:nvPr/>
              </p:nvSpPr>
              <p:spPr>
                <a:xfrm>
                  <a:off x="6776454" y="4225038"/>
                  <a:ext cx="1541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HK" dirty="0"/>
                    <a:t>1</a:t>
                  </a:r>
                  <a:endParaRPr lang="zh-HK" altLang="en-US" dirty="0"/>
                </a:p>
              </p:txBody>
            </p:sp>
          </p:grpSp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BF35C227-A57A-4B17-9409-B9AAAC6DE85C}"/>
                  </a:ext>
                </a:extLst>
              </p:cNvPr>
              <p:cNvSpPr txBox="1"/>
              <p:nvPr/>
            </p:nvSpPr>
            <p:spPr>
              <a:xfrm>
                <a:off x="7275653" y="4751969"/>
                <a:ext cx="1646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HK" dirty="0"/>
                  <a:t>f</a:t>
                </a:r>
                <a:endParaRPr lang="zh-HK" altLang="en-US" dirty="0"/>
              </a:p>
            </p:txBody>
          </p:sp>
          <p:grpSp>
            <p:nvGrpSpPr>
              <p:cNvPr id="102" name="群組 101">
                <a:extLst>
                  <a:ext uri="{FF2B5EF4-FFF2-40B4-BE49-F238E27FC236}">
                    <a16:creationId xmlns:a16="http://schemas.microsoft.com/office/drawing/2014/main" id="{A6D08280-9385-4A2D-964A-B44B105C843B}"/>
                  </a:ext>
                </a:extLst>
              </p:cNvPr>
              <p:cNvGrpSpPr/>
              <p:nvPr/>
            </p:nvGrpSpPr>
            <p:grpSpPr>
              <a:xfrm>
                <a:off x="9115918" y="4167402"/>
                <a:ext cx="433222" cy="396398"/>
                <a:chOff x="6497364" y="4225038"/>
                <a:chExt cx="433222" cy="396398"/>
              </a:xfrm>
            </p:grpSpPr>
            <p:cxnSp>
              <p:nvCxnSpPr>
                <p:cNvPr id="103" name="直線單箭頭接點 102">
                  <a:extLst>
                    <a:ext uri="{FF2B5EF4-FFF2-40B4-BE49-F238E27FC236}">
                      <a16:creationId xmlns:a16="http://schemas.microsoft.com/office/drawing/2014/main" id="{DDC4EC55-B425-4C6C-B43B-B44285488F1C}"/>
                    </a:ext>
                  </a:extLst>
                </p:cNvPr>
                <p:cNvCxnSpPr/>
                <p:nvPr/>
              </p:nvCxnSpPr>
              <p:spPr>
                <a:xfrm flipH="1">
                  <a:off x="6497364" y="4429957"/>
                  <a:ext cx="315756" cy="19147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4" name="文字方塊 103">
                  <a:extLst>
                    <a:ext uri="{FF2B5EF4-FFF2-40B4-BE49-F238E27FC236}">
                      <a16:creationId xmlns:a16="http://schemas.microsoft.com/office/drawing/2014/main" id="{99F3A210-B843-4292-86A7-86E968B1A077}"/>
                    </a:ext>
                  </a:extLst>
                </p:cNvPr>
                <p:cNvSpPr txBox="1"/>
                <p:nvPr/>
              </p:nvSpPr>
              <p:spPr>
                <a:xfrm>
                  <a:off x="6776454" y="4225038"/>
                  <a:ext cx="1541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HK" dirty="0"/>
                    <a:t>1</a:t>
                  </a:r>
                  <a:endParaRPr lang="zh-HK" altLang="en-US" dirty="0"/>
                </a:p>
              </p:txBody>
            </p:sp>
          </p:grpSp>
          <p:grpSp>
            <p:nvGrpSpPr>
              <p:cNvPr id="105" name="群組 104">
                <a:extLst>
                  <a:ext uri="{FF2B5EF4-FFF2-40B4-BE49-F238E27FC236}">
                    <a16:creationId xmlns:a16="http://schemas.microsoft.com/office/drawing/2014/main" id="{88F3AF23-C369-4F33-950C-EA9A34918983}"/>
                  </a:ext>
                </a:extLst>
              </p:cNvPr>
              <p:cNvGrpSpPr/>
              <p:nvPr/>
            </p:nvGrpSpPr>
            <p:grpSpPr>
              <a:xfrm>
                <a:off x="9652391" y="4658401"/>
                <a:ext cx="433222" cy="396398"/>
                <a:chOff x="6497364" y="4225038"/>
                <a:chExt cx="433222" cy="396398"/>
              </a:xfrm>
            </p:grpSpPr>
            <p:cxnSp>
              <p:nvCxnSpPr>
                <p:cNvPr id="106" name="直線單箭頭接點 105">
                  <a:extLst>
                    <a:ext uri="{FF2B5EF4-FFF2-40B4-BE49-F238E27FC236}">
                      <a16:creationId xmlns:a16="http://schemas.microsoft.com/office/drawing/2014/main" id="{371CF24B-4282-4590-9241-E458C58BC1FD}"/>
                    </a:ext>
                  </a:extLst>
                </p:cNvPr>
                <p:cNvCxnSpPr/>
                <p:nvPr/>
              </p:nvCxnSpPr>
              <p:spPr>
                <a:xfrm flipH="1">
                  <a:off x="6497364" y="4429957"/>
                  <a:ext cx="315756" cy="19147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7" name="文字方塊 106">
                  <a:extLst>
                    <a:ext uri="{FF2B5EF4-FFF2-40B4-BE49-F238E27FC236}">
                      <a16:creationId xmlns:a16="http://schemas.microsoft.com/office/drawing/2014/main" id="{E74F5F0B-D069-4328-B322-001A2DF7639C}"/>
                    </a:ext>
                  </a:extLst>
                </p:cNvPr>
                <p:cNvSpPr txBox="1"/>
                <p:nvPr/>
              </p:nvSpPr>
              <p:spPr>
                <a:xfrm>
                  <a:off x="6776454" y="4225038"/>
                  <a:ext cx="1541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HK" dirty="0"/>
                    <a:t>f</a:t>
                  </a:r>
                  <a:endParaRPr lang="zh-HK" altLang="en-US" dirty="0"/>
                </a:p>
              </p:txBody>
            </p:sp>
          </p:grpSp>
        </p:grpSp>
        <p:cxnSp>
          <p:nvCxnSpPr>
            <p:cNvPr id="31" name="直線單箭頭接點 30">
              <a:extLst>
                <a:ext uri="{FF2B5EF4-FFF2-40B4-BE49-F238E27FC236}">
                  <a16:creationId xmlns:a16="http://schemas.microsoft.com/office/drawing/2014/main" id="{57FA7EFB-E429-486E-B822-E2579A3C6C3F}"/>
                </a:ext>
              </a:extLst>
            </p:cNvPr>
            <p:cNvCxnSpPr/>
            <p:nvPr/>
          </p:nvCxnSpPr>
          <p:spPr>
            <a:xfrm>
              <a:off x="6337648" y="5902513"/>
              <a:ext cx="664359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文字方塊 100">
              <a:extLst>
                <a:ext uri="{FF2B5EF4-FFF2-40B4-BE49-F238E27FC236}">
                  <a16:creationId xmlns:a16="http://schemas.microsoft.com/office/drawing/2014/main" id="{DB5AC106-16A5-432C-B983-C78E486EF36B}"/>
                </a:ext>
              </a:extLst>
            </p:cNvPr>
            <p:cNvSpPr txBox="1"/>
            <p:nvPr/>
          </p:nvSpPr>
          <p:spPr>
            <a:xfrm>
              <a:off x="6527477" y="5631519"/>
              <a:ext cx="1541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k</a:t>
              </a:r>
              <a:endParaRPr lang="zh-HK" altLang="en-US" dirty="0"/>
            </a:p>
          </p:txBody>
        </p:sp>
        <p:cxnSp>
          <p:nvCxnSpPr>
            <p:cNvPr id="108" name="直線單箭頭接點 107">
              <a:extLst>
                <a:ext uri="{FF2B5EF4-FFF2-40B4-BE49-F238E27FC236}">
                  <a16:creationId xmlns:a16="http://schemas.microsoft.com/office/drawing/2014/main" id="{E4C0EC7F-175F-4EEF-AB9E-58B5768DD9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11359" y="5151216"/>
              <a:ext cx="7316" cy="64298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文字方塊 108">
              <a:extLst>
                <a:ext uri="{FF2B5EF4-FFF2-40B4-BE49-F238E27FC236}">
                  <a16:creationId xmlns:a16="http://schemas.microsoft.com/office/drawing/2014/main" id="{6C2B88BA-897D-45AA-BE10-DCAD5CF7A04D}"/>
                </a:ext>
              </a:extLst>
            </p:cNvPr>
            <p:cNvSpPr txBox="1"/>
            <p:nvPr/>
          </p:nvSpPr>
          <p:spPr>
            <a:xfrm>
              <a:off x="7060074" y="5296543"/>
              <a:ext cx="1541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k</a:t>
              </a:r>
              <a:endParaRPr lang="zh-HK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13082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BA94E214-257B-4CA1-B599-4519D6EBA8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5502"/>
          <a:stretch/>
        </p:blipFill>
        <p:spPr>
          <a:xfrm>
            <a:off x="1156306" y="346229"/>
            <a:ext cx="6934734" cy="1997476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E49474A0-EEF4-40B6-B8DB-0D7864F1352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8867"/>
          <a:stretch/>
        </p:blipFill>
        <p:spPr>
          <a:xfrm>
            <a:off x="3264348" y="3630966"/>
            <a:ext cx="7569354" cy="168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905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652</TotalTime>
  <Words>39</Words>
  <Application>Microsoft Office PowerPoint</Application>
  <PresentationFormat>寬螢幕</PresentationFormat>
  <Paragraphs>21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等线</vt:lpstr>
      <vt:lpstr>新細明體</vt:lpstr>
      <vt:lpstr>Arial</vt:lpstr>
      <vt:lpstr>Office Theme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LI SONGSHENG, SONG</dc:creator>
  <cp:lastModifiedBy>LI SONGSHENG, SONG</cp:lastModifiedBy>
  <cp:revision>14</cp:revision>
  <dcterms:created xsi:type="dcterms:W3CDTF">2024-11-17T13:37:59Z</dcterms:created>
  <dcterms:modified xsi:type="dcterms:W3CDTF">2024-11-21T03:45:51Z</dcterms:modified>
</cp:coreProperties>
</file>